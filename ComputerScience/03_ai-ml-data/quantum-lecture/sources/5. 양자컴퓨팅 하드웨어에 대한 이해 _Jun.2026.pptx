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2" r:id="rId6"/>
    <p:sldMasterId id="2147483666"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Lst>
  <p:sldSz cy="6858000" cx="12192000"/>
  <p:notesSz cx="6858000" cy="9144000"/>
  <p:embeddedFontLst>
    <p:embeddedFont>
      <p:font typeface="Noto Sans KR"/>
      <p:regular r:id="rId47"/>
      <p:bold r:id="rId48"/>
    </p:embeddedFont>
    <p:embeddedFont>
      <p:font typeface="Open Sans"/>
      <p:regular r:id="rId49"/>
      <p:bold r:id="rId50"/>
      <p:italic r:id="rId51"/>
      <p:boldItalic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83">
          <p15:clr>
            <a:srgbClr val="A4A3A4"/>
          </p15:clr>
        </p15:guide>
        <p15:guide id="2" pos="3840">
          <p15:clr>
            <a:srgbClr val="A4A3A4"/>
          </p15:clr>
        </p15:guide>
      </p15:sldGuideLst>
    </p:ext>
    <p:ext uri="GoogleSlidesCustomDataVersion2">
      <go:slidesCustomData xmlns:go="http://customooxmlschemas.google.com/" r:id="rId53" roundtripDataSignature="AMtx7mid2tRZQqNGEnS0/n31aSTTHJ4F6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B0E869D-465F-41FD-A416-0693BD2C3EB0}">
  <a:tblStyle styleId="{DB0E869D-465F-41FD-A416-0693BD2C3EB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83"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48" Type="http://schemas.openxmlformats.org/officeDocument/2006/relationships/font" Target="fonts/NotoSansKR-bold.fntdata"/><Relationship Id="rId47" Type="http://schemas.openxmlformats.org/officeDocument/2006/relationships/font" Target="fonts/NotoSansKR-regular.fntdata"/><Relationship Id="rId49" Type="http://schemas.openxmlformats.org/officeDocument/2006/relationships/font" Target="fonts/OpenSans-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font" Target="fonts/OpenSans-italic.fntdata"/><Relationship Id="rId50" Type="http://schemas.openxmlformats.org/officeDocument/2006/relationships/font" Target="fonts/OpenSans-bold.fntdata"/><Relationship Id="rId53" Type="http://customschemas.google.com/relationships/presentationmetadata" Target="metadata"/><Relationship Id="rId52" Type="http://schemas.openxmlformats.org/officeDocument/2006/relationships/font" Target="fonts/OpenSans-boldItalic.fntdata"/><Relationship Id="rId11" Type="http://schemas.openxmlformats.org/officeDocument/2006/relationships/slide" Target="slides/slide3.xml"/><Relationship Id="rId10" Type="http://schemas.openxmlformats.org/officeDocument/2006/relationships/slide" Target="slides/slide2.xml"/><Relationship Id="rId13" Type="http://schemas.openxmlformats.org/officeDocument/2006/relationships/slide" Target="slides/slide5.xml"/><Relationship Id="rId12" Type="http://schemas.openxmlformats.org/officeDocument/2006/relationships/slide" Target="slides/slide4.xml"/><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Malgun Gothic"/>
                <a:ea typeface="Malgun Gothic"/>
                <a:cs typeface="Malgun Gothic"/>
                <a:sym typeface="Malgun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Malgun Gothic"/>
                <a:ea typeface="Malgun Gothic"/>
                <a:cs typeface="Malgun Gothic"/>
                <a:sym typeface="Malgun Gothic"/>
              </a:rPr>
              <a:t>‹#›</a:t>
            </a:fld>
            <a:endParaRPr b="0" i="0" sz="1200" u="none" cap="none" strike="noStrike">
              <a:solidFill>
                <a:schemeClr val="dk1"/>
              </a:solidFill>
              <a:latin typeface="Malgun Gothic"/>
              <a:ea typeface="Malgun Gothic"/>
              <a:cs typeface="Malgun Gothic"/>
              <a:sym typeface="Malgun Gothic"/>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7" name="Google Shape;127;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c200775b63_2_145:notes"/>
          <p:cNvSpPr txBox="1"/>
          <p:nvPr>
            <p:ph idx="1" type="body"/>
          </p:nvPr>
        </p:nvSpPr>
        <p:spPr>
          <a:xfrm>
            <a:off x="686120" y="4400401"/>
            <a:ext cx="5485800" cy="36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2" name="Google Shape;132;g3c200775b63_2_1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54:notes"/>
          <p:cNvSpPr txBox="1"/>
          <p:nvPr>
            <p:ph idx="1" type="body"/>
          </p:nvPr>
        </p:nvSpPr>
        <p:spPr>
          <a:xfrm>
            <a:off x="686120" y="4400401"/>
            <a:ext cx="5485800" cy="36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8" name="Google Shape;138;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4" name="Google Shape;14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숫자는 노벨상 수여연도</a:t>
            </a:r>
            <a:endParaRPr/>
          </a:p>
        </p:txBody>
      </p:sp>
      <p:sp>
        <p:nvSpPr>
          <p:cNvPr id="151" name="Google Shape;151;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2" name="Google Shape;162;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5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0" name="Google Shape;180;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c200775b63_2_183:notes"/>
          <p:cNvSpPr txBox="1"/>
          <p:nvPr>
            <p:ph idx="1" type="body"/>
          </p:nvPr>
        </p:nvSpPr>
        <p:spPr>
          <a:xfrm>
            <a:off x="686120" y="4400401"/>
            <a:ext cx="5485800" cy="36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7" name="Google Shape;187;g3c200775b63_2_1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5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초전도 큐빗의 종류들; JJ와 capacitor, resonator를 어떻게 조합하느냐에 따라 갈림</a:t>
            </a:r>
            <a:endParaRPr/>
          </a:p>
        </p:txBody>
      </p:sp>
      <p:sp>
        <p:nvSpPr>
          <p:cNvPr id="193" name="Google Shape;193;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6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전기저항🡪초전도성이 강해질수록 임계전류 증가</a:t>
            </a:r>
            <a:endParaRPr/>
          </a:p>
          <a:p>
            <a:pPr indent="0" lvl="0" marL="0" rtl="0" algn="l">
              <a:lnSpc>
                <a:spcPct val="100000"/>
              </a:lnSpc>
              <a:spcBef>
                <a:spcPts val="0"/>
              </a:spcBef>
              <a:spcAft>
                <a:spcPts val="0"/>
              </a:spcAft>
              <a:buSzPts val="1400"/>
              <a:buNone/>
            </a:pPr>
            <a:r>
              <a:rPr lang="en-US"/>
              <a:t>마이스터 효과🡪초전도성이 강해질수록 자석 무게 및 pinning 효과 강화</a:t>
            </a:r>
            <a:endParaRPr/>
          </a:p>
        </p:txBody>
      </p:sp>
      <p:sp>
        <p:nvSpPr>
          <p:cNvPr id="200" name="Google Shape;200;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6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9" name="Google Shape;209;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6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0" name="Google Shape;220;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6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7" name="Google Shape;227;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64:notes"/>
          <p:cNvSpPr txBox="1"/>
          <p:nvPr>
            <p:ph idx="1" type="body"/>
          </p:nvPr>
        </p:nvSpPr>
        <p:spPr>
          <a:xfrm>
            <a:off x="686120" y="4400401"/>
            <a:ext cx="5485800" cy="36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4" name="Google Shape;234;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6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0" name="Google Shape;240;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6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7" name="Google Shape;247;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6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4" name="Google Shape;254;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6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0" name="Google Shape;260;p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69:notes"/>
          <p:cNvSpPr txBox="1"/>
          <p:nvPr>
            <p:ph idx="1" type="body"/>
          </p:nvPr>
        </p:nvSpPr>
        <p:spPr>
          <a:xfrm>
            <a:off x="686120" y="4400401"/>
            <a:ext cx="5485800" cy="36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7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2" name="Google Shape;272;p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7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p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7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9" name="Google Shape;289;p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7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0" name="Google Shape;300;p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7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8" name="Google Shape;308;p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7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5" name="Google Shape;315;p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7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2" name="Google Shape;322;p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7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0" name="Google Shape;330;p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78:notes"/>
          <p:cNvSpPr txBox="1"/>
          <p:nvPr>
            <p:ph idx="1" type="body"/>
          </p:nvPr>
        </p:nvSpPr>
        <p:spPr>
          <a:xfrm>
            <a:off x="686120" y="4400401"/>
            <a:ext cx="5485800" cy="36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8" name="Google Shape;338;p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7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4" name="Google Shape;344;p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8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8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7" name="Google Shape;357;p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8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3" name="Google Shape;363;p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8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1" name="Google Shape;371;p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8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7" name="Google Shape;377;p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8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8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4" name="Google Shape;394;p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1.png"/><Relationship Id="rId4"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jp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표지 슬라이드">
  <p:cSld name="표지 슬라이드">
    <p:spTree>
      <p:nvGrpSpPr>
        <p:cNvPr id="15" name="Shape 15"/>
        <p:cNvGrpSpPr/>
        <p:nvPr/>
      </p:nvGrpSpPr>
      <p:grpSpPr>
        <a:xfrm>
          <a:off x="0" y="0"/>
          <a:ext cx="0" cy="0"/>
          <a:chOff x="0" y="0"/>
          <a:chExt cx="0" cy="0"/>
        </a:xfrm>
      </p:grpSpPr>
      <p:pic>
        <p:nvPicPr>
          <p:cNvPr id="16" name="Google Shape;16;g3c200775b63_2_31"/>
          <p:cNvPicPr preferRelativeResize="0"/>
          <p:nvPr/>
        </p:nvPicPr>
        <p:blipFill rotWithShape="1">
          <a:blip r:embed="rId2">
            <a:alphaModFix/>
          </a:blip>
          <a:srcRect b="0" l="19465" r="0" t="0"/>
          <a:stretch/>
        </p:blipFill>
        <p:spPr>
          <a:xfrm>
            <a:off x="0" y="0"/>
            <a:ext cx="12192000" cy="6858000"/>
          </a:xfrm>
          <a:prstGeom prst="rect">
            <a:avLst/>
          </a:prstGeom>
          <a:noFill/>
          <a:ln>
            <a:noFill/>
          </a:ln>
        </p:spPr>
      </p:pic>
      <p:sp>
        <p:nvSpPr>
          <p:cNvPr id="17" name="Google Shape;17;g3c200775b63_2_31"/>
          <p:cNvSpPr txBox="1"/>
          <p:nvPr/>
        </p:nvSpPr>
        <p:spPr>
          <a:xfrm>
            <a:off x="680044" y="6321356"/>
            <a:ext cx="4287300" cy="215400"/>
          </a:xfrm>
          <a:prstGeom prst="rect">
            <a:avLst/>
          </a:prstGeom>
          <a:noFill/>
          <a:ln>
            <a:noFill/>
          </a:ln>
        </p:spPr>
        <p:txBody>
          <a:bodyPr anchorCtr="0" anchor="ctr" bIns="45700" lIns="91425" spcFirstLastPara="1" rIns="91425" wrap="square" tIns="45700">
            <a:spAutoFit/>
          </a:bodyPr>
          <a:lstStyle/>
          <a:p>
            <a:pPr indent="0" lvl="0" marL="0" marR="0" rtl="0" algn="l">
              <a:lnSpc>
                <a:spcPct val="200000"/>
              </a:lnSpc>
              <a:spcBef>
                <a:spcPts val="0"/>
              </a:spcBef>
              <a:spcAft>
                <a:spcPts val="0"/>
              </a:spcAft>
              <a:buClr>
                <a:srgbClr val="000000"/>
              </a:buClr>
              <a:buSzPts val="800"/>
              <a:buFont typeface="Arial"/>
              <a:buNone/>
            </a:pPr>
            <a:r>
              <a:rPr b="0" i="0" lang="en-US" sz="800" u="none" cap="none" strike="noStrike">
                <a:solidFill>
                  <a:schemeClr val="lt1"/>
                </a:solidFill>
                <a:latin typeface="Noto Sans KR"/>
                <a:ea typeface="Noto Sans KR"/>
                <a:cs typeface="Noto Sans KR"/>
                <a:sym typeface="Noto Sans KR"/>
              </a:rPr>
              <a:t>Copyright 2026 © MegazoneCloud  CORP. ALL RIGHTS RESERVED.</a:t>
            </a:r>
            <a:endParaRPr b="0" i="0" sz="800" u="none" cap="none" strike="noStrike">
              <a:solidFill>
                <a:schemeClr val="lt1"/>
              </a:solidFill>
              <a:latin typeface="Noto Sans KR"/>
              <a:ea typeface="Noto Sans KR"/>
              <a:cs typeface="Noto Sans KR"/>
              <a:sym typeface="Noto Sans KR"/>
            </a:endParaRPr>
          </a:p>
        </p:txBody>
      </p:sp>
      <p:pic>
        <p:nvPicPr>
          <p:cNvPr id="18" name="Google Shape;18;g3c200775b63_2_31"/>
          <p:cNvPicPr preferRelativeResize="0"/>
          <p:nvPr/>
        </p:nvPicPr>
        <p:blipFill rotWithShape="1">
          <a:blip r:embed="rId3">
            <a:alphaModFix/>
          </a:blip>
          <a:srcRect b="0" l="0" r="0" t="0"/>
          <a:stretch/>
        </p:blipFill>
        <p:spPr>
          <a:xfrm>
            <a:off x="10152754" y="6308724"/>
            <a:ext cx="1276753" cy="325723"/>
          </a:xfrm>
          <a:prstGeom prst="rect">
            <a:avLst/>
          </a:prstGeom>
          <a:noFill/>
          <a:ln>
            <a:noFill/>
          </a:ln>
        </p:spPr>
      </p:pic>
      <p:pic>
        <p:nvPicPr>
          <p:cNvPr id="19" name="Google Shape;19;g3c200775b63_2_31"/>
          <p:cNvPicPr preferRelativeResize="0"/>
          <p:nvPr/>
        </p:nvPicPr>
        <p:blipFill rotWithShape="1">
          <a:blip r:embed="rId4">
            <a:alphaModFix/>
          </a:blip>
          <a:srcRect b="0" l="0" r="0" t="0"/>
          <a:stretch/>
        </p:blipFill>
        <p:spPr>
          <a:xfrm>
            <a:off x="9938755" y="494767"/>
            <a:ext cx="1555049" cy="393509"/>
          </a:xfrm>
          <a:prstGeom prst="rect">
            <a:avLst/>
          </a:prstGeom>
          <a:noFill/>
          <a:ln>
            <a:noFill/>
          </a:ln>
        </p:spPr>
      </p:pic>
      <p:sp>
        <p:nvSpPr>
          <p:cNvPr id="20" name="Google Shape;20;g3c200775b63_2_31"/>
          <p:cNvSpPr txBox="1"/>
          <p:nvPr/>
        </p:nvSpPr>
        <p:spPr>
          <a:xfrm>
            <a:off x="558410" y="3129742"/>
            <a:ext cx="11075100" cy="598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800"/>
              <a:buFont typeface="Noto Sans KR"/>
              <a:buNone/>
            </a:pPr>
            <a:r>
              <a:t/>
            </a:r>
            <a:endParaRPr b="0" i="0" sz="4800" u="none" cap="none" strike="noStrike">
              <a:solidFill>
                <a:schemeClr val="lt1"/>
              </a:solidFill>
              <a:latin typeface="Noto Sans KR"/>
              <a:ea typeface="Noto Sans KR"/>
              <a:cs typeface="Noto Sans KR"/>
              <a:sym typeface="Noto Sans KR"/>
            </a:endParaRPr>
          </a:p>
        </p:txBody>
      </p:sp>
      <p:sp>
        <p:nvSpPr>
          <p:cNvPr id="21" name="Google Shape;21;g3c200775b63_2_31"/>
          <p:cNvSpPr txBox="1"/>
          <p:nvPr>
            <p:ph idx="1" type="body"/>
          </p:nvPr>
        </p:nvSpPr>
        <p:spPr>
          <a:xfrm>
            <a:off x="4189413" y="4414838"/>
            <a:ext cx="3749700" cy="820800"/>
          </a:xfrm>
          <a:prstGeom prst="rect">
            <a:avLst/>
          </a:prstGeom>
          <a:noFill/>
          <a:ln>
            <a:noFill/>
          </a:ln>
        </p:spPr>
        <p:txBody>
          <a:bodyPr anchorCtr="0" anchor="ctr" bIns="45700" lIns="91425" spcFirstLastPara="1" rIns="91425" wrap="square" tIns="45700">
            <a:normAutofit/>
          </a:bodyPr>
          <a:lstStyle>
            <a:lvl1pPr indent="-228600" lvl="0" marL="457200" marR="0" algn="ctr">
              <a:lnSpc>
                <a:spcPct val="90000"/>
              </a:lnSpc>
              <a:spcBef>
                <a:spcPts val="1000"/>
              </a:spcBef>
              <a:spcAft>
                <a:spcPts val="0"/>
              </a:spcAft>
              <a:buClr>
                <a:schemeClr val="lt1"/>
              </a:buClr>
              <a:buSzPts val="2000"/>
              <a:buFont typeface="Arial"/>
              <a:buNone/>
              <a:defRPr b="0" i="0" sz="2000" u="none" cap="none" strike="noStrike">
                <a:solidFill>
                  <a:schemeClr val="lt1"/>
                </a:solidFill>
                <a:latin typeface="Noto Sans KR"/>
                <a:ea typeface="Noto Sans KR"/>
                <a:cs typeface="Noto Sans KR"/>
                <a:sym typeface="Noto Sans KR"/>
              </a:defRPr>
            </a:lvl1pPr>
            <a:lvl2pPr indent="-381000" lvl="1" marL="914400" marR="0" algn="l">
              <a:lnSpc>
                <a:spcPct val="90000"/>
              </a:lnSpc>
              <a:spcBef>
                <a:spcPts val="500"/>
              </a:spcBef>
              <a:spcAft>
                <a:spcPts val="0"/>
              </a:spcAft>
              <a:buClr>
                <a:schemeClr val="lt1"/>
              </a:buClr>
              <a:buSzPts val="2400"/>
              <a:buFont typeface="Arial"/>
              <a:buChar char="•"/>
              <a:defRPr b="0" i="0" sz="2400" u="none" cap="none" strike="noStrike">
                <a:solidFill>
                  <a:schemeClr val="lt1"/>
                </a:solidFill>
                <a:latin typeface="Malgun Gothic"/>
                <a:ea typeface="Malgun Gothic"/>
                <a:cs typeface="Malgun Gothic"/>
                <a:sym typeface="Malgun Gothic"/>
              </a:defRPr>
            </a:lvl2pPr>
            <a:lvl3pPr indent="-355600" lvl="2" marL="1371600" marR="0" algn="l">
              <a:lnSpc>
                <a:spcPct val="90000"/>
              </a:lnSpc>
              <a:spcBef>
                <a:spcPts val="500"/>
              </a:spcBef>
              <a:spcAft>
                <a:spcPts val="0"/>
              </a:spcAft>
              <a:buClr>
                <a:schemeClr val="lt1"/>
              </a:buClr>
              <a:buSzPts val="2000"/>
              <a:buFont typeface="Arial"/>
              <a:buChar char="•"/>
              <a:defRPr b="0" i="0" sz="2000" u="none" cap="none" strike="noStrike">
                <a:solidFill>
                  <a:schemeClr val="lt1"/>
                </a:solidFill>
                <a:latin typeface="Malgun Gothic"/>
                <a:ea typeface="Malgun Gothic"/>
                <a:cs typeface="Malgun Gothic"/>
                <a:sym typeface="Malgun Gothic"/>
              </a:defRPr>
            </a:lvl3pPr>
            <a:lvl4pPr indent="-342900" lvl="3" marL="1828800" marR="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Malgun Gothic"/>
                <a:ea typeface="Malgun Gothic"/>
                <a:cs typeface="Malgun Gothic"/>
                <a:sym typeface="Malgun Gothic"/>
              </a:defRPr>
            </a:lvl4pPr>
            <a:lvl5pPr indent="-342900" lvl="4" marL="2286000" marR="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Malgun Gothic"/>
                <a:ea typeface="Malgun Gothic"/>
                <a:cs typeface="Malgun Gothic"/>
                <a:sym typeface="Malgun Gothic"/>
              </a:defRPr>
            </a:lvl5pPr>
            <a:lvl6pPr indent="-342900" lvl="5" marL="27432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6pPr>
            <a:lvl7pPr indent="-342900" lvl="6" marL="32004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7pPr>
            <a:lvl8pPr indent="-342900" lvl="7" marL="36576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8pPr>
            <a:lvl9pPr indent="-342900" lvl="8" marL="4114800" marR="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Malgun Gothic"/>
                <a:ea typeface="Malgun Gothic"/>
                <a:cs typeface="Malgun Gothic"/>
                <a:sym typeface="Malgun Gothic"/>
              </a:defRPr>
            </a:lvl9pPr>
          </a:lstStyle>
          <a:p/>
        </p:txBody>
      </p:sp>
      <p:sp>
        <p:nvSpPr>
          <p:cNvPr id="22" name="Google Shape;22;g3c200775b63_2_31"/>
          <p:cNvSpPr txBox="1"/>
          <p:nvPr>
            <p:ph type="title"/>
          </p:nvPr>
        </p:nvSpPr>
        <p:spPr>
          <a:xfrm>
            <a:off x="838200" y="2666275"/>
            <a:ext cx="10515600" cy="1325700"/>
          </a:xfrm>
          <a:prstGeom prst="rect">
            <a:avLst/>
          </a:prstGeom>
          <a:noFill/>
          <a:ln>
            <a:noFill/>
          </a:ln>
        </p:spPr>
        <p:txBody>
          <a:bodyPr anchorCtr="0" anchor="ctr" bIns="45700" lIns="91425" spcFirstLastPara="1" rIns="91425" wrap="square" tIns="45700">
            <a:normAutofit/>
          </a:bodyPr>
          <a:lstStyle>
            <a:lvl1pPr lvl="0" marR="0" algn="ctr">
              <a:lnSpc>
                <a:spcPct val="90000"/>
              </a:lnSpc>
              <a:spcBef>
                <a:spcPts val="0"/>
              </a:spcBef>
              <a:spcAft>
                <a:spcPts val="0"/>
              </a:spcAft>
              <a:buClr>
                <a:schemeClr val="lt1"/>
              </a:buClr>
              <a:buSzPts val="4400"/>
              <a:buFont typeface="Noto Sans KR"/>
              <a:buNone/>
              <a:defRPr b="0" i="0" sz="4400" u="none" cap="none" strike="noStrike">
                <a:solidFill>
                  <a:schemeClr val="lt1"/>
                </a:solidFill>
                <a:latin typeface="Noto Sans KR"/>
                <a:ea typeface="Noto Sans KR"/>
                <a:cs typeface="Noto Sans KR"/>
                <a:sym typeface="Noto Sans KR"/>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_01">
  <p:cSld name="sub_01">
    <p:bg>
      <p:bgPr>
        <a:blipFill>
          <a:blip r:embed="rId2">
            <a:alphaModFix/>
          </a:blip>
          <a:stretch>
            <a:fillRect/>
          </a:stretch>
        </a:blipFill>
      </p:bgPr>
    </p:bg>
    <p:spTree>
      <p:nvGrpSpPr>
        <p:cNvPr id="23" name="Shape 23"/>
        <p:cNvGrpSpPr/>
        <p:nvPr/>
      </p:nvGrpSpPr>
      <p:grpSpPr>
        <a:xfrm>
          <a:off x="0" y="0"/>
          <a:ext cx="0" cy="0"/>
          <a:chOff x="0" y="0"/>
          <a:chExt cx="0" cy="0"/>
        </a:xfrm>
      </p:grpSpPr>
      <p:cxnSp>
        <p:nvCxnSpPr>
          <p:cNvPr id="24" name="Google Shape;24;p43"/>
          <p:cNvCxnSpPr/>
          <p:nvPr/>
        </p:nvCxnSpPr>
        <p:spPr>
          <a:xfrm>
            <a:off x="543733" y="980623"/>
            <a:ext cx="11082382" cy="0"/>
          </a:xfrm>
          <a:prstGeom prst="straightConnector1">
            <a:avLst/>
          </a:prstGeom>
          <a:noFill/>
          <a:ln cap="flat" cmpd="sng" w="19050">
            <a:solidFill>
              <a:srgbClr val="0A2342"/>
            </a:solidFill>
            <a:prstDash val="solid"/>
            <a:miter lim="800000"/>
            <a:headEnd len="sm" w="sm" type="none"/>
            <a:tailEnd len="sm" w="sm" type="none"/>
          </a:ln>
        </p:spPr>
      </p:cxnSp>
    </p:spTree>
  </p:cSld>
  <p:clrMapOvr>
    <a:masterClrMapping/>
  </p:clrMapOvr>
  <p:extLst>
    <p:ext uri="{DCECCB84-F9BA-43D5-87BE-67443E8EF086}">
      <p15:sldGuideLst>
        <p15:guide id="1" orient="horz" pos="2160">
          <p15:clr>
            <a:srgbClr val="FBAE40"/>
          </p15:clr>
        </p15:guide>
        <p15:guide id="2" pos="3840">
          <p15:clr>
            <a:srgbClr val="FBAE40"/>
          </p15:clr>
        </p15:guide>
        <p15:guide id="3" pos="7319">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및 세로 텍스트" type="vertTx">
  <p:cSld name="VERTICAL_TEXT">
    <p:spTree>
      <p:nvGrpSpPr>
        <p:cNvPr id="25" name="Shape 25"/>
        <p:cNvGrpSpPr/>
        <p:nvPr/>
      </p:nvGrpSpPr>
      <p:grpSpPr>
        <a:xfrm>
          <a:off x="0" y="0"/>
          <a:ext cx="0" cy="0"/>
          <a:chOff x="0" y="0"/>
          <a:chExt cx="0" cy="0"/>
        </a:xfrm>
      </p:grpSpPr>
      <p:sp>
        <p:nvSpPr>
          <p:cNvPr id="26" name="Google Shape;26;p44"/>
          <p:cNvSpPr txBox="1"/>
          <p:nvPr>
            <p:ph type="title"/>
          </p:nvPr>
        </p:nvSpPr>
        <p:spPr>
          <a:xfrm>
            <a:off x="838202"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44"/>
          <p:cNvSpPr txBox="1"/>
          <p:nvPr>
            <p:ph idx="1" type="body"/>
          </p:nvPr>
        </p:nvSpPr>
        <p:spPr>
          <a:xfrm rot="5400000">
            <a:off x="3920333"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1"/>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44"/>
          <p:cNvSpPr txBox="1"/>
          <p:nvPr>
            <p:ph idx="10" type="dt"/>
          </p:nvPr>
        </p:nvSpPr>
        <p:spPr>
          <a:xfrm>
            <a:off x="838201" y="6356351"/>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4"/>
          <p:cNvSpPr txBox="1"/>
          <p:nvPr>
            <p:ph idx="11" type="ftr"/>
          </p:nvPr>
        </p:nvSpPr>
        <p:spPr>
          <a:xfrm>
            <a:off x="4038602" y="6356351"/>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44"/>
          <p:cNvSpPr txBox="1"/>
          <p:nvPr>
            <p:ph idx="12" type="sldNum"/>
          </p:nvPr>
        </p:nvSpPr>
        <p:spPr>
          <a:xfrm>
            <a:off x="8610601" y="6356351"/>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및 내용" type="obj">
  <p:cSld name="OBJECT">
    <p:spTree>
      <p:nvGrpSpPr>
        <p:cNvPr id="31" name="Shape 31"/>
        <p:cNvGrpSpPr/>
        <p:nvPr/>
      </p:nvGrpSpPr>
      <p:grpSpPr>
        <a:xfrm>
          <a:off x="0" y="0"/>
          <a:ext cx="0" cy="0"/>
          <a:chOff x="0" y="0"/>
          <a:chExt cx="0" cy="0"/>
        </a:xfrm>
      </p:grpSpPr>
      <p:sp>
        <p:nvSpPr>
          <p:cNvPr id="32" name="Google Shape;32;p45"/>
          <p:cNvSpPr txBox="1"/>
          <p:nvPr>
            <p:ph type="title"/>
          </p:nvPr>
        </p:nvSpPr>
        <p:spPr>
          <a:xfrm>
            <a:off x="838202"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45"/>
          <p:cNvSpPr txBox="1"/>
          <p:nvPr>
            <p:ph idx="1" type="body"/>
          </p:nvPr>
        </p:nvSpPr>
        <p:spPr>
          <a:xfrm>
            <a:off x="838202"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1"/>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45"/>
          <p:cNvSpPr txBox="1"/>
          <p:nvPr>
            <p:ph idx="10" type="dt"/>
          </p:nvPr>
        </p:nvSpPr>
        <p:spPr>
          <a:xfrm>
            <a:off x="838201" y="6356351"/>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45"/>
          <p:cNvSpPr txBox="1"/>
          <p:nvPr>
            <p:ph idx="11" type="ftr"/>
          </p:nvPr>
        </p:nvSpPr>
        <p:spPr>
          <a:xfrm>
            <a:off x="4038602" y="6356351"/>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45"/>
          <p:cNvSpPr txBox="1"/>
          <p:nvPr>
            <p:ph idx="12" type="sldNum"/>
          </p:nvPr>
        </p:nvSpPr>
        <p:spPr>
          <a:xfrm>
            <a:off x="8610601" y="6356351"/>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구역 머리글" type="secHead">
  <p:cSld name="SECTION_HEADER">
    <p:spTree>
      <p:nvGrpSpPr>
        <p:cNvPr id="37" name="Shape 37"/>
        <p:cNvGrpSpPr/>
        <p:nvPr/>
      </p:nvGrpSpPr>
      <p:grpSpPr>
        <a:xfrm>
          <a:off x="0" y="0"/>
          <a:ext cx="0" cy="0"/>
          <a:chOff x="0" y="0"/>
          <a:chExt cx="0" cy="0"/>
        </a:xfrm>
      </p:grpSpPr>
      <p:sp>
        <p:nvSpPr>
          <p:cNvPr id="38" name="Google Shape;38;p46"/>
          <p:cNvSpPr txBox="1"/>
          <p:nvPr>
            <p:ph type="title"/>
          </p:nvPr>
        </p:nvSpPr>
        <p:spPr>
          <a:xfrm>
            <a:off x="831852"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Malgun Gothic"/>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46"/>
          <p:cNvSpPr txBox="1"/>
          <p:nvPr>
            <p:ph idx="1" type="body"/>
          </p:nvPr>
        </p:nvSpPr>
        <p:spPr>
          <a:xfrm>
            <a:off x="831852" y="4589464"/>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1"/>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1"/>
              <a:buNone/>
              <a:defRPr sz="1801">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0" name="Google Shape;40;p46"/>
          <p:cNvSpPr txBox="1"/>
          <p:nvPr>
            <p:ph idx="10" type="dt"/>
          </p:nvPr>
        </p:nvSpPr>
        <p:spPr>
          <a:xfrm>
            <a:off x="838201" y="6356351"/>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46"/>
          <p:cNvSpPr txBox="1"/>
          <p:nvPr>
            <p:ph idx="11" type="ftr"/>
          </p:nvPr>
        </p:nvSpPr>
        <p:spPr>
          <a:xfrm>
            <a:off x="4038602" y="6356351"/>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46"/>
          <p:cNvSpPr txBox="1"/>
          <p:nvPr>
            <p:ph idx="12" type="sldNum"/>
          </p:nvPr>
        </p:nvSpPr>
        <p:spPr>
          <a:xfrm>
            <a:off x="8610601" y="6356351"/>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콘텐츠 2개" type="twoObj">
  <p:cSld name="TWO_OBJECTS">
    <p:spTree>
      <p:nvGrpSpPr>
        <p:cNvPr id="43" name="Shape 43"/>
        <p:cNvGrpSpPr/>
        <p:nvPr/>
      </p:nvGrpSpPr>
      <p:grpSpPr>
        <a:xfrm>
          <a:off x="0" y="0"/>
          <a:ext cx="0" cy="0"/>
          <a:chOff x="0" y="0"/>
          <a:chExt cx="0" cy="0"/>
        </a:xfrm>
      </p:grpSpPr>
      <p:sp>
        <p:nvSpPr>
          <p:cNvPr id="44" name="Google Shape;44;p47"/>
          <p:cNvSpPr txBox="1"/>
          <p:nvPr>
            <p:ph type="title"/>
          </p:nvPr>
        </p:nvSpPr>
        <p:spPr>
          <a:xfrm>
            <a:off x="838202"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47"/>
          <p:cNvSpPr txBox="1"/>
          <p:nvPr>
            <p:ph idx="1" type="body"/>
          </p:nvPr>
        </p:nvSpPr>
        <p:spPr>
          <a:xfrm>
            <a:off x="838201"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1"/>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47"/>
          <p:cNvSpPr txBox="1"/>
          <p:nvPr>
            <p:ph idx="2" type="body"/>
          </p:nvPr>
        </p:nvSpPr>
        <p:spPr>
          <a:xfrm>
            <a:off x="6172201"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1"/>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47"/>
          <p:cNvSpPr txBox="1"/>
          <p:nvPr>
            <p:ph idx="10" type="dt"/>
          </p:nvPr>
        </p:nvSpPr>
        <p:spPr>
          <a:xfrm>
            <a:off x="838201" y="6356351"/>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47"/>
          <p:cNvSpPr txBox="1"/>
          <p:nvPr>
            <p:ph idx="11" type="ftr"/>
          </p:nvPr>
        </p:nvSpPr>
        <p:spPr>
          <a:xfrm>
            <a:off x="4038602" y="6356351"/>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47"/>
          <p:cNvSpPr txBox="1"/>
          <p:nvPr>
            <p:ph idx="12" type="sldNum"/>
          </p:nvPr>
        </p:nvSpPr>
        <p:spPr>
          <a:xfrm>
            <a:off x="8610601" y="6356351"/>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비교" type="twoTxTwoObj">
  <p:cSld name="TWO_OBJECTS_WITH_TEXT">
    <p:spTree>
      <p:nvGrpSpPr>
        <p:cNvPr id="50" name="Shape 50"/>
        <p:cNvGrpSpPr/>
        <p:nvPr/>
      </p:nvGrpSpPr>
      <p:grpSpPr>
        <a:xfrm>
          <a:off x="0" y="0"/>
          <a:ext cx="0" cy="0"/>
          <a:chOff x="0" y="0"/>
          <a:chExt cx="0" cy="0"/>
        </a:xfrm>
      </p:grpSpPr>
      <p:sp>
        <p:nvSpPr>
          <p:cNvPr id="51" name="Google Shape;51;p48"/>
          <p:cNvSpPr txBox="1"/>
          <p:nvPr>
            <p:ph type="title"/>
          </p:nvPr>
        </p:nvSpPr>
        <p:spPr>
          <a:xfrm>
            <a:off x="839789"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48"/>
          <p:cNvSpPr txBox="1"/>
          <p:nvPr>
            <p:ph idx="1" type="body"/>
          </p:nvPr>
        </p:nvSpPr>
        <p:spPr>
          <a:xfrm>
            <a:off x="839789"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1"/>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1"/>
              <a:buNone/>
              <a:defRPr b="1" sz="1801"/>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3" name="Google Shape;53;p48"/>
          <p:cNvSpPr txBox="1"/>
          <p:nvPr>
            <p:ph idx="2" type="body"/>
          </p:nvPr>
        </p:nvSpPr>
        <p:spPr>
          <a:xfrm>
            <a:off x="839789" y="2505076"/>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1"/>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48"/>
          <p:cNvSpPr txBox="1"/>
          <p:nvPr>
            <p:ph idx="3" type="body"/>
          </p:nvPr>
        </p:nvSpPr>
        <p:spPr>
          <a:xfrm>
            <a:off x="6172202"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1"/>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1"/>
              <a:buNone/>
              <a:defRPr b="1" sz="1801"/>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5" name="Google Shape;55;p48"/>
          <p:cNvSpPr txBox="1"/>
          <p:nvPr>
            <p:ph idx="4" type="body"/>
          </p:nvPr>
        </p:nvSpPr>
        <p:spPr>
          <a:xfrm>
            <a:off x="6172202" y="2505076"/>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1"/>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6" name="Google Shape;56;p48"/>
          <p:cNvSpPr txBox="1"/>
          <p:nvPr>
            <p:ph idx="10" type="dt"/>
          </p:nvPr>
        </p:nvSpPr>
        <p:spPr>
          <a:xfrm>
            <a:off x="838201" y="6356351"/>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48"/>
          <p:cNvSpPr txBox="1"/>
          <p:nvPr>
            <p:ph idx="11" type="ftr"/>
          </p:nvPr>
        </p:nvSpPr>
        <p:spPr>
          <a:xfrm>
            <a:off x="4038602" y="6356351"/>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48"/>
          <p:cNvSpPr txBox="1"/>
          <p:nvPr>
            <p:ph idx="12" type="sldNum"/>
          </p:nvPr>
        </p:nvSpPr>
        <p:spPr>
          <a:xfrm>
            <a:off x="8610601" y="6356351"/>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만" type="titleOnly">
  <p:cSld name="TITLE_ONLY">
    <p:spTree>
      <p:nvGrpSpPr>
        <p:cNvPr id="59" name="Shape 59"/>
        <p:cNvGrpSpPr/>
        <p:nvPr/>
      </p:nvGrpSpPr>
      <p:grpSpPr>
        <a:xfrm>
          <a:off x="0" y="0"/>
          <a:ext cx="0" cy="0"/>
          <a:chOff x="0" y="0"/>
          <a:chExt cx="0" cy="0"/>
        </a:xfrm>
      </p:grpSpPr>
      <p:sp>
        <p:nvSpPr>
          <p:cNvPr id="60" name="Google Shape;60;p49"/>
          <p:cNvSpPr txBox="1"/>
          <p:nvPr>
            <p:ph type="title"/>
          </p:nvPr>
        </p:nvSpPr>
        <p:spPr>
          <a:xfrm>
            <a:off x="838202"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49"/>
          <p:cNvSpPr txBox="1"/>
          <p:nvPr>
            <p:ph idx="10" type="dt"/>
          </p:nvPr>
        </p:nvSpPr>
        <p:spPr>
          <a:xfrm>
            <a:off x="838201" y="6356351"/>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49"/>
          <p:cNvSpPr txBox="1"/>
          <p:nvPr>
            <p:ph idx="11" type="ftr"/>
          </p:nvPr>
        </p:nvSpPr>
        <p:spPr>
          <a:xfrm>
            <a:off x="4038602" y="6356351"/>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49"/>
          <p:cNvSpPr txBox="1"/>
          <p:nvPr>
            <p:ph idx="12" type="sldNum"/>
          </p:nvPr>
        </p:nvSpPr>
        <p:spPr>
          <a:xfrm>
            <a:off x="8610601" y="6356351"/>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빈 화면" type="blank">
  <p:cSld name="BLANK">
    <p:spTree>
      <p:nvGrpSpPr>
        <p:cNvPr id="64" name="Shape 64"/>
        <p:cNvGrpSpPr/>
        <p:nvPr/>
      </p:nvGrpSpPr>
      <p:grpSpPr>
        <a:xfrm>
          <a:off x="0" y="0"/>
          <a:ext cx="0" cy="0"/>
          <a:chOff x="0" y="0"/>
          <a:chExt cx="0" cy="0"/>
        </a:xfrm>
      </p:grpSpPr>
      <p:sp>
        <p:nvSpPr>
          <p:cNvPr id="65" name="Google Shape;65;p50"/>
          <p:cNvSpPr txBox="1"/>
          <p:nvPr>
            <p:ph idx="10" type="dt"/>
          </p:nvPr>
        </p:nvSpPr>
        <p:spPr>
          <a:xfrm>
            <a:off x="838201" y="6356351"/>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50"/>
          <p:cNvSpPr txBox="1"/>
          <p:nvPr>
            <p:ph idx="11" type="ftr"/>
          </p:nvPr>
        </p:nvSpPr>
        <p:spPr>
          <a:xfrm>
            <a:off x="4038602" y="6356351"/>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50"/>
          <p:cNvSpPr txBox="1"/>
          <p:nvPr>
            <p:ph idx="12" type="sldNum"/>
          </p:nvPr>
        </p:nvSpPr>
        <p:spPr>
          <a:xfrm>
            <a:off x="8610601" y="6356351"/>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캡션 있는 콘텐츠" type="objTx">
  <p:cSld name="OBJECT_WITH_CAPTION_TEXT">
    <p:spTree>
      <p:nvGrpSpPr>
        <p:cNvPr id="68" name="Shape 68"/>
        <p:cNvGrpSpPr/>
        <p:nvPr/>
      </p:nvGrpSpPr>
      <p:grpSpPr>
        <a:xfrm>
          <a:off x="0" y="0"/>
          <a:ext cx="0" cy="0"/>
          <a:chOff x="0" y="0"/>
          <a:chExt cx="0" cy="0"/>
        </a:xfrm>
      </p:grpSpPr>
      <p:sp>
        <p:nvSpPr>
          <p:cNvPr id="69" name="Google Shape;69;p51"/>
          <p:cNvSpPr txBox="1"/>
          <p:nvPr>
            <p:ph type="title"/>
          </p:nvPr>
        </p:nvSpPr>
        <p:spPr>
          <a:xfrm>
            <a:off x="839790" y="457200"/>
            <a:ext cx="3932236"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Malgun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51"/>
          <p:cNvSpPr txBox="1"/>
          <p:nvPr>
            <p:ph idx="1" type="body"/>
          </p:nvPr>
        </p:nvSpPr>
        <p:spPr>
          <a:xfrm>
            <a:off x="5183188" y="987425"/>
            <a:ext cx="6172201"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1"/>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1" name="Google Shape;71;p51"/>
          <p:cNvSpPr txBox="1"/>
          <p:nvPr>
            <p:ph idx="2" type="body"/>
          </p:nvPr>
        </p:nvSpPr>
        <p:spPr>
          <a:xfrm>
            <a:off x="839790" y="2057400"/>
            <a:ext cx="3932236"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1"/>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1"/>
              <a:buNone/>
              <a:defRPr sz="1401"/>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1"/>
              <a:buNone/>
              <a:defRPr sz="1001"/>
            </a:lvl4pPr>
            <a:lvl5pPr indent="-228600" lvl="4" marL="2286000" algn="l">
              <a:lnSpc>
                <a:spcPct val="90000"/>
              </a:lnSpc>
              <a:spcBef>
                <a:spcPts val="500"/>
              </a:spcBef>
              <a:spcAft>
                <a:spcPts val="0"/>
              </a:spcAft>
              <a:buClr>
                <a:schemeClr val="dk1"/>
              </a:buClr>
              <a:buSzPts val="1001"/>
              <a:buNone/>
              <a:defRPr sz="1001"/>
            </a:lvl5pPr>
            <a:lvl6pPr indent="-228600" lvl="5" marL="2743200" algn="l">
              <a:lnSpc>
                <a:spcPct val="90000"/>
              </a:lnSpc>
              <a:spcBef>
                <a:spcPts val="500"/>
              </a:spcBef>
              <a:spcAft>
                <a:spcPts val="0"/>
              </a:spcAft>
              <a:buClr>
                <a:schemeClr val="dk1"/>
              </a:buClr>
              <a:buSzPts val="1001"/>
              <a:buNone/>
              <a:defRPr sz="1001"/>
            </a:lvl6pPr>
            <a:lvl7pPr indent="-228600" lvl="6" marL="3200400" algn="l">
              <a:lnSpc>
                <a:spcPct val="90000"/>
              </a:lnSpc>
              <a:spcBef>
                <a:spcPts val="500"/>
              </a:spcBef>
              <a:spcAft>
                <a:spcPts val="0"/>
              </a:spcAft>
              <a:buClr>
                <a:schemeClr val="dk1"/>
              </a:buClr>
              <a:buSzPts val="1001"/>
              <a:buNone/>
              <a:defRPr sz="1001"/>
            </a:lvl7pPr>
            <a:lvl8pPr indent="-228600" lvl="7" marL="3657600" algn="l">
              <a:lnSpc>
                <a:spcPct val="90000"/>
              </a:lnSpc>
              <a:spcBef>
                <a:spcPts val="500"/>
              </a:spcBef>
              <a:spcAft>
                <a:spcPts val="0"/>
              </a:spcAft>
              <a:buClr>
                <a:schemeClr val="dk1"/>
              </a:buClr>
              <a:buSzPts val="1001"/>
              <a:buNone/>
              <a:defRPr sz="1001"/>
            </a:lvl8pPr>
            <a:lvl9pPr indent="-228600" lvl="8" marL="4114800" algn="l">
              <a:lnSpc>
                <a:spcPct val="90000"/>
              </a:lnSpc>
              <a:spcBef>
                <a:spcPts val="500"/>
              </a:spcBef>
              <a:spcAft>
                <a:spcPts val="0"/>
              </a:spcAft>
              <a:buClr>
                <a:schemeClr val="dk1"/>
              </a:buClr>
              <a:buSzPts val="1001"/>
              <a:buNone/>
              <a:defRPr sz="1001"/>
            </a:lvl9pPr>
          </a:lstStyle>
          <a:p/>
        </p:txBody>
      </p:sp>
      <p:sp>
        <p:nvSpPr>
          <p:cNvPr id="72" name="Google Shape;72;p51"/>
          <p:cNvSpPr txBox="1"/>
          <p:nvPr>
            <p:ph idx="10" type="dt"/>
          </p:nvPr>
        </p:nvSpPr>
        <p:spPr>
          <a:xfrm>
            <a:off x="838201" y="6356351"/>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51"/>
          <p:cNvSpPr txBox="1"/>
          <p:nvPr>
            <p:ph idx="11" type="ftr"/>
          </p:nvPr>
        </p:nvSpPr>
        <p:spPr>
          <a:xfrm>
            <a:off x="4038602" y="6356351"/>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51"/>
          <p:cNvSpPr txBox="1"/>
          <p:nvPr>
            <p:ph idx="12" type="sldNum"/>
          </p:nvPr>
        </p:nvSpPr>
        <p:spPr>
          <a:xfrm>
            <a:off x="8610601" y="6356351"/>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캡션 있는 그림" type="picTx">
  <p:cSld name="PICTURE_WITH_CAPTION_TEXT">
    <p:spTree>
      <p:nvGrpSpPr>
        <p:cNvPr id="75" name="Shape 75"/>
        <p:cNvGrpSpPr/>
        <p:nvPr/>
      </p:nvGrpSpPr>
      <p:grpSpPr>
        <a:xfrm>
          <a:off x="0" y="0"/>
          <a:ext cx="0" cy="0"/>
          <a:chOff x="0" y="0"/>
          <a:chExt cx="0" cy="0"/>
        </a:xfrm>
      </p:grpSpPr>
      <p:sp>
        <p:nvSpPr>
          <p:cNvPr id="76" name="Google Shape;76;p52"/>
          <p:cNvSpPr txBox="1"/>
          <p:nvPr>
            <p:ph type="title"/>
          </p:nvPr>
        </p:nvSpPr>
        <p:spPr>
          <a:xfrm>
            <a:off x="839790" y="457200"/>
            <a:ext cx="3932236"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Malgun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52"/>
          <p:cNvSpPr/>
          <p:nvPr>
            <p:ph idx="2" type="pic"/>
          </p:nvPr>
        </p:nvSpPr>
        <p:spPr>
          <a:xfrm>
            <a:off x="5183188" y="987425"/>
            <a:ext cx="6172201" cy="4873625"/>
          </a:xfrm>
          <a:prstGeom prst="rect">
            <a:avLst/>
          </a:prstGeom>
          <a:noFill/>
          <a:ln>
            <a:noFill/>
          </a:ln>
        </p:spPr>
      </p:sp>
      <p:sp>
        <p:nvSpPr>
          <p:cNvPr id="78" name="Google Shape;78;p52"/>
          <p:cNvSpPr txBox="1"/>
          <p:nvPr>
            <p:ph idx="1" type="body"/>
          </p:nvPr>
        </p:nvSpPr>
        <p:spPr>
          <a:xfrm>
            <a:off x="839790" y="2057400"/>
            <a:ext cx="3932236"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1"/>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1"/>
              <a:buNone/>
              <a:defRPr sz="1401"/>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1"/>
              <a:buNone/>
              <a:defRPr sz="1001"/>
            </a:lvl4pPr>
            <a:lvl5pPr indent="-228600" lvl="4" marL="2286000" algn="l">
              <a:lnSpc>
                <a:spcPct val="90000"/>
              </a:lnSpc>
              <a:spcBef>
                <a:spcPts val="500"/>
              </a:spcBef>
              <a:spcAft>
                <a:spcPts val="0"/>
              </a:spcAft>
              <a:buClr>
                <a:schemeClr val="dk1"/>
              </a:buClr>
              <a:buSzPts val="1001"/>
              <a:buNone/>
              <a:defRPr sz="1001"/>
            </a:lvl5pPr>
            <a:lvl6pPr indent="-228600" lvl="5" marL="2743200" algn="l">
              <a:lnSpc>
                <a:spcPct val="90000"/>
              </a:lnSpc>
              <a:spcBef>
                <a:spcPts val="500"/>
              </a:spcBef>
              <a:spcAft>
                <a:spcPts val="0"/>
              </a:spcAft>
              <a:buClr>
                <a:schemeClr val="dk1"/>
              </a:buClr>
              <a:buSzPts val="1001"/>
              <a:buNone/>
              <a:defRPr sz="1001"/>
            </a:lvl6pPr>
            <a:lvl7pPr indent="-228600" lvl="6" marL="3200400" algn="l">
              <a:lnSpc>
                <a:spcPct val="90000"/>
              </a:lnSpc>
              <a:spcBef>
                <a:spcPts val="500"/>
              </a:spcBef>
              <a:spcAft>
                <a:spcPts val="0"/>
              </a:spcAft>
              <a:buClr>
                <a:schemeClr val="dk1"/>
              </a:buClr>
              <a:buSzPts val="1001"/>
              <a:buNone/>
              <a:defRPr sz="1001"/>
            </a:lvl7pPr>
            <a:lvl8pPr indent="-228600" lvl="7" marL="3657600" algn="l">
              <a:lnSpc>
                <a:spcPct val="90000"/>
              </a:lnSpc>
              <a:spcBef>
                <a:spcPts val="500"/>
              </a:spcBef>
              <a:spcAft>
                <a:spcPts val="0"/>
              </a:spcAft>
              <a:buClr>
                <a:schemeClr val="dk1"/>
              </a:buClr>
              <a:buSzPts val="1001"/>
              <a:buNone/>
              <a:defRPr sz="1001"/>
            </a:lvl8pPr>
            <a:lvl9pPr indent="-228600" lvl="8" marL="4114800" algn="l">
              <a:lnSpc>
                <a:spcPct val="90000"/>
              </a:lnSpc>
              <a:spcBef>
                <a:spcPts val="500"/>
              </a:spcBef>
              <a:spcAft>
                <a:spcPts val="0"/>
              </a:spcAft>
              <a:buClr>
                <a:schemeClr val="dk1"/>
              </a:buClr>
              <a:buSzPts val="1001"/>
              <a:buNone/>
              <a:defRPr sz="1001"/>
            </a:lvl9pPr>
          </a:lstStyle>
          <a:p/>
        </p:txBody>
      </p:sp>
      <p:sp>
        <p:nvSpPr>
          <p:cNvPr id="79" name="Google Shape;79;p52"/>
          <p:cNvSpPr txBox="1"/>
          <p:nvPr>
            <p:ph idx="10" type="dt"/>
          </p:nvPr>
        </p:nvSpPr>
        <p:spPr>
          <a:xfrm>
            <a:off x="838201" y="6356351"/>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52"/>
          <p:cNvSpPr txBox="1"/>
          <p:nvPr>
            <p:ph idx="11" type="ftr"/>
          </p:nvPr>
        </p:nvSpPr>
        <p:spPr>
          <a:xfrm>
            <a:off x="4038602" y="6356351"/>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52"/>
          <p:cNvSpPr txBox="1"/>
          <p:nvPr>
            <p:ph idx="12" type="sldNum"/>
          </p:nvPr>
        </p:nvSpPr>
        <p:spPr>
          <a:xfrm>
            <a:off x="8610601" y="6356351"/>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세로 제목 및 텍스트" type="vertTitleAndTx">
  <p:cSld name="VERTICAL_TITLE_AND_VERTICAL_TEXT">
    <p:spTree>
      <p:nvGrpSpPr>
        <p:cNvPr id="82" name="Shape 82"/>
        <p:cNvGrpSpPr/>
        <p:nvPr/>
      </p:nvGrpSpPr>
      <p:grpSpPr>
        <a:xfrm>
          <a:off x="0" y="0"/>
          <a:ext cx="0" cy="0"/>
          <a:chOff x="0" y="0"/>
          <a:chExt cx="0" cy="0"/>
        </a:xfrm>
      </p:grpSpPr>
      <p:sp>
        <p:nvSpPr>
          <p:cNvPr id="83" name="Google Shape;83;p53"/>
          <p:cNvSpPr txBox="1"/>
          <p:nvPr>
            <p:ph type="title"/>
          </p:nvPr>
        </p:nvSpPr>
        <p:spPr>
          <a:xfrm rot="5400000">
            <a:off x="7133430"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53"/>
          <p:cNvSpPr txBox="1"/>
          <p:nvPr>
            <p:ph idx="1" type="body"/>
          </p:nvPr>
        </p:nvSpPr>
        <p:spPr>
          <a:xfrm rot="5400000">
            <a:off x="1799430"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1"/>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5" name="Google Shape;85;p53"/>
          <p:cNvSpPr txBox="1"/>
          <p:nvPr>
            <p:ph idx="10" type="dt"/>
          </p:nvPr>
        </p:nvSpPr>
        <p:spPr>
          <a:xfrm>
            <a:off x="838201" y="6356351"/>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53"/>
          <p:cNvSpPr txBox="1"/>
          <p:nvPr>
            <p:ph idx="11" type="ftr"/>
          </p:nvPr>
        </p:nvSpPr>
        <p:spPr>
          <a:xfrm>
            <a:off x="4038602" y="6356351"/>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53"/>
          <p:cNvSpPr txBox="1"/>
          <p:nvPr>
            <p:ph idx="12" type="sldNum"/>
          </p:nvPr>
        </p:nvSpPr>
        <p:spPr>
          <a:xfrm>
            <a:off x="8610601" y="6356351"/>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및 내용 1">
  <p:cSld name="2_제목 및 내용">
    <p:spTree>
      <p:nvGrpSpPr>
        <p:cNvPr id="88" name="Shape 88"/>
        <p:cNvGrpSpPr/>
        <p:nvPr/>
      </p:nvGrpSpPr>
      <p:grpSpPr>
        <a:xfrm>
          <a:off x="0" y="0"/>
          <a:ext cx="0" cy="0"/>
          <a:chOff x="0" y="0"/>
          <a:chExt cx="0" cy="0"/>
        </a:xfrm>
      </p:grpSpPr>
      <p:sp>
        <p:nvSpPr>
          <p:cNvPr id="89" name="Google Shape;89;g3c200775b63_2_104"/>
          <p:cNvSpPr txBox="1"/>
          <p:nvPr>
            <p:ph type="title"/>
          </p:nvPr>
        </p:nvSpPr>
        <p:spPr>
          <a:xfrm>
            <a:off x="838200" y="413616"/>
            <a:ext cx="10515600" cy="854100"/>
          </a:xfrm>
          <a:prstGeom prst="rect">
            <a:avLst/>
          </a:prstGeom>
          <a:noFill/>
          <a:ln>
            <a:noFill/>
          </a:ln>
        </p:spPr>
        <p:txBody>
          <a:bodyPr anchorCtr="0" anchor="ctr" bIns="45700" lIns="91425" spcFirstLastPara="1" rIns="91425" wrap="square" tIns="45700">
            <a:normAutofit/>
          </a:bodyPr>
          <a:lstStyle>
            <a:lvl1pPr lvl="0" marR="0" algn="l">
              <a:lnSpc>
                <a:spcPct val="90000"/>
              </a:lnSpc>
              <a:spcBef>
                <a:spcPts val="0"/>
              </a:spcBef>
              <a:spcAft>
                <a:spcPts val="0"/>
              </a:spcAft>
              <a:buClr>
                <a:schemeClr val="lt1"/>
              </a:buClr>
              <a:buSzPts val="2800"/>
              <a:buFont typeface="Noto Sans KR"/>
              <a:buNone/>
              <a:defRPr b="0" i="0" sz="2800" u="none" cap="none" strike="noStrike">
                <a:solidFill>
                  <a:schemeClr val="lt1"/>
                </a:solidFill>
                <a:latin typeface="Noto Sans KR"/>
                <a:ea typeface="Noto Sans KR"/>
                <a:cs typeface="Noto Sans KR"/>
                <a:sym typeface="Noto Sans KR"/>
              </a:defRPr>
            </a:lvl1pPr>
            <a:lvl2pPr lvl="1" algn="l">
              <a:lnSpc>
                <a:spcPct val="100000"/>
              </a:lnSpc>
              <a:spcBef>
                <a:spcPts val="0"/>
              </a:spcBef>
              <a:spcAft>
                <a:spcPts val="0"/>
              </a:spcAft>
              <a:buSzPts val="1400"/>
              <a:buNone/>
              <a:defRPr sz="1800"/>
            </a:lvl2pPr>
            <a:lvl3pPr lvl="2" algn="l">
              <a:lnSpc>
                <a:spcPct val="100000"/>
              </a:lnSpc>
              <a:spcBef>
                <a:spcPts val="0"/>
              </a:spcBef>
              <a:spcAft>
                <a:spcPts val="0"/>
              </a:spcAft>
              <a:buSzPts val="1400"/>
              <a:buNone/>
              <a:defRPr sz="1800"/>
            </a:lvl3pPr>
            <a:lvl4pPr lvl="3" algn="l">
              <a:lnSpc>
                <a:spcPct val="100000"/>
              </a:lnSpc>
              <a:spcBef>
                <a:spcPts val="0"/>
              </a:spcBef>
              <a:spcAft>
                <a:spcPts val="0"/>
              </a:spcAft>
              <a:buSzPts val="1400"/>
              <a:buNone/>
              <a:defRPr sz="1800"/>
            </a:lvl4pPr>
            <a:lvl5pPr lvl="4" algn="l">
              <a:lnSpc>
                <a:spcPct val="100000"/>
              </a:lnSpc>
              <a:spcBef>
                <a:spcPts val="0"/>
              </a:spcBef>
              <a:spcAft>
                <a:spcPts val="0"/>
              </a:spcAft>
              <a:buSzPts val="1400"/>
              <a:buNone/>
              <a:defRPr sz="1800"/>
            </a:lvl5pPr>
            <a:lvl6pPr lvl="5" algn="l">
              <a:lnSpc>
                <a:spcPct val="100000"/>
              </a:lnSpc>
              <a:spcBef>
                <a:spcPts val="0"/>
              </a:spcBef>
              <a:spcAft>
                <a:spcPts val="0"/>
              </a:spcAft>
              <a:buSzPts val="1400"/>
              <a:buNone/>
              <a:defRPr sz="1800"/>
            </a:lvl6pPr>
            <a:lvl7pPr lvl="6" algn="l">
              <a:lnSpc>
                <a:spcPct val="100000"/>
              </a:lnSpc>
              <a:spcBef>
                <a:spcPts val="0"/>
              </a:spcBef>
              <a:spcAft>
                <a:spcPts val="0"/>
              </a:spcAft>
              <a:buSzPts val="1400"/>
              <a:buNone/>
              <a:defRPr sz="1800"/>
            </a:lvl7pPr>
            <a:lvl8pPr lvl="7" algn="l">
              <a:lnSpc>
                <a:spcPct val="100000"/>
              </a:lnSpc>
              <a:spcBef>
                <a:spcPts val="0"/>
              </a:spcBef>
              <a:spcAft>
                <a:spcPts val="0"/>
              </a:spcAft>
              <a:buSzPts val="1400"/>
              <a:buNone/>
              <a:defRPr sz="1800"/>
            </a:lvl8pPr>
            <a:lvl9pPr lvl="8" algn="l">
              <a:lnSpc>
                <a:spcPct val="100000"/>
              </a:lnSpc>
              <a:spcBef>
                <a:spcPts val="0"/>
              </a:spcBef>
              <a:spcAft>
                <a:spcPts val="0"/>
              </a:spcAft>
              <a:buSzPts val="1400"/>
              <a:buNone/>
              <a:defRPr sz="1800"/>
            </a:lvl9pPr>
          </a:lstStyle>
          <a:p/>
        </p:txBody>
      </p:sp>
      <p:sp>
        <p:nvSpPr>
          <p:cNvPr id="90" name="Google Shape;90;g3c200775b63_2_104"/>
          <p:cNvSpPr txBox="1"/>
          <p:nvPr>
            <p:ph idx="1" type="body"/>
          </p:nvPr>
        </p:nvSpPr>
        <p:spPr>
          <a:xfrm>
            <a:off x="838200" y="1474932"/>
            <a:ext cx="10515600" cy="630300"/>
          </a:xfrm>
          <a:prstGeom prst="rect">
            <a:avLst/>
          </a:prstGeom>
          <a:noFill/>
          <a:ln>
            <a:noFill/>
          </a:ln>
        </p:spPr>
        <p:txBody>
          <a:bodyPr anchorCtr="0" anchor="ctr" bIns="45700" lIns="91425" spcFirstLastPara="1" rIns="91425" wrap="square" tIns="45700">
            <a:normAutofit/>
          </a:bodyPr>
          <a:lstStyle>
            <a:lvl1pPr indent="-228600" lvl="0" marL="457200" marR="0" algn="l">
              <a:lnSpc>
                <a:spcPct val="90000"/>
              </a:lnSpc>
              <a:spcBef>
                <a:spcPts val="1000"/>
              </a:spcBef>
              <a:spcAft>
                <a:spcPts val="0"/>
              </a:spcAft>
              <a:buClr>
                <a:schemeClr val="lt1"/>
              </a:buClr>
              <a:buSzPts val="1800"/>
              <a:buFont typeface="Noto Sans"/>
              <a:buNone/>
              <a:defRPr b="0" i="0" sz="1800" u="none" cap="none" strike="noStrike">
                <a:solidFill>
                  <a:schemeClr val="lt1"/>
                </a:solidFill>
                <a:latin typeface="Noto Sans KR"/>
                <a:ea typeface="Noto Sans KR"/>
                <a:cs typeface="Noto Sans KR"/>
                <a:sym typeface="Noto Sans KR"/>
              </a:defRPr>
            </a:lvl1pPr>
            <a:lvl2pPr indent="-381000" lvl="1" marL="914400" marR="0" algn="l">
              <a:lnSpc>
                <a:spcPct val="90000"/>
              </a:lnSpc>
              <a:spcBef>
                <a:spcPts val="500"/>
              </a:spcBef>
              <a:spcAft>
                <a:spcPts val="0"/>
              </a:spcAft>
              <a:buClr>
                <a:schemeClr val="lt1"/>
              </a:buClr>
              <a:buSzPts val="2400"/>
              <a:buFont typeface="Noto Sans"/>
              <a:buChar char="•"/>
              <a:defRPr b="0" i="0" sz="2400" u="none" cap="none" strike="noStrike">
                <a:solidFill>
                  <a:schemeClr val="lt1"/>
                </a:solidFill>
                <a:latin typeface="Noto Sans KR"/>
                <a:ea typeface="Noto Sans KR"/>
                <a:cs typeface="Noto Sans KR"/>
                <a:sym typeface="Noto Sans KR"/>
              </a:defRPr>
            </a:lvl2pPr>
            <a:lvl3pPr indent="-355600" lvl="2" marL="1371600" marR="0" algn="l">
              <a:lnSpc>
                <a:spcPct val="90000"/>
              </a:lnSpc>
              <a:spcBef>
                <a:spcPts val="500"/>
              </a:spcBef>
              <a:spcAft>
                <a:spcPts val="0"/>
              </a:spcAft>
              <a:buClr>
                <a:schemeClr val="lt1"/>
              </a:buClr>
              <a:buSzPts val="2000"/>
              <a:buFont typeface="Noto Sans"/>
              <a:buChar char="•"/>
              <a:defRPr b="0" i="0" sz="2000" u="none" cap="none" strike="noStrike">
                <a:solidFill>
                  <a:schemeClr val="lt1"/>
                </a:solidFill>
                <a:latin typeface="Noto Sans KR"/>
                <a:ea typeface="Noto Sans KR"/>
                <a:cs typeface="Noto Sans KR"/>
                <a:sym typeface="Noto Sans KR"/>
              </a:defRPr>
            </a:lvl3pPr>
            <a:lvl4pPr indent="-342900" lvl="3" marL="1828800" marR="0" algn="l">
              <a:lnSpc>
                <a:spcPct val="90000"/>
              </a:lnSpc>
              <a:spcBef>
                <a:spcPts val="500"/>
              </a:spcBef>
              <a:spcAft>
                <a:spcPts val="0"/>
              </a:spcAft>
              <a:buClr>
                <a:schemeClr val="lt1"/>
              </a:buClr>
              <a:buSzPts val="1800"/>
              <a:buFont typeface="Noto Sans"/>
              <a:buChar char="•"/>
              <a:defRPr b="0" i="0" sz="1800" u="none" cap="none" strike="noStrike">
                <a:solidFill>
                  <a:schemeClr val="lt1"/>
                </a:solidFill>
                <a:latin typeface="Noto Sans KR"/>
                <a:ea typeface="Noto Sans KR"/>
                <a:cs typeface="Noto Sans KR"/>
                <a:sym typeface="Noto Sans KR"/>
              </a:defRPr>
            </a:lvl4pPr>
            <a:lvl5pPr indent="-342900" lvl="4" marL="2286000" marR="0" algn="l">
              <a:lnSpc>
                <a:spcPct val="90000"/>
              </a:lnSpc>
              <a:spcBef>
                <a:spcPts val="500"/>
              </a:spcBef>
              <a:spcAft>
                <a:spcPts val="0"/>
              </a:spcAft>
              <a:buClr>
                <a:schemeClr val="lt1"/>
              </a:buClr>
              <a:buSzPts val="1800"/>
              <a:buFont typeface="Noto Sans"/>
              <a:buChar char="•"/>
              <a:defRPr b="0" i="0" sz="1800" u="none" cap="none" strike="noStrike">
                <a:solidFill>
                  <a:schemeClr val="lt1"/>
                </a:solidFill>
                <a:latin typeface="Noto Sans KR"/>
                <a:ea typeface="Noto Sans KR"/>
                <a:cs typeface="Noto Sans KR"/>
                <a:sym typeface="Noto Sans KR"/>
              </a:defRPr>
            </a:lvl5pPr>
            <a:lvl6pPr indent="-342900" lvl="5" marL="2743200" marR="0" algn="l">
              <a:lnSpc>
                <a:spcPct val="90000"/>
              </a:lnSpc>
              <a:spcBef>
                <a:spcPts val="500"/>
              </a:spcBef>
              <a:spcAft>
                <a:spcPts val="0"/>
              </a:spcAft>
              <a:buClr>
                <a:schemeClr val="dk1"/>
              </a:buClr>
              <a:buSzPts val="1800"/>
              <a:buFont typeface="Noto Sans"/>
              <a:buChar char="•"/>
              <a:defRPr b="0" i="0" sz="1800" u="none" cap="none" strike="noStrike">
                <a:solidFill>
                  <a:schemeClr val="dk1"/>
                </a:solidFill>
                <a:latin typeface="Malgun Gothic"/>
                <a:ea typeface="Malgun Gothic"/>
                <a:cs typeface="Malgun Gothic"/>
                <a:sym typeface="Malgun Gothic"/>
              </a:defRPr>
            </a:lvl6pPr>
            <a:lvl7pPr indent="-342900" lvl="6" marL="3200400" marR="0" algn="l">
              <a:lnSpc>
                <a:spcPct val="90000"/>
              </a:lnSpc>
              <a:spcBef>
                <a:spcPts val="500"/>
              </a:spcBef>
              <a:spcAft>
                <a:spcPts val="0"/>
              </a:spcAft>
              <a:buClr>
                <a:schemeClr val="dk1"/>
              </a:buClr>
              <a:buSzPts val="1800"/>
              <a:buFont typeface="Noto Sans"/>
              <a:buChar char="•"/>
              <a:defRPr b="0" i="0" sz="1800" u="none" cap="none" strike="noStrike">
                <a:solidFill>
                  <a:schemeClr val="dk1"/>
                </a:solidFill>
                <a:latin typeface="Malgun Gothic"/>
                <a:ea typeface="Malgun Gothic"/>
                <a:cs typeface="Malgun Gothic"/>
                <a:sym typeface="Malgun Gothic"/>
              </a:defRPr>
            </a:lvl7pPr>
            <a:lvl8pPr indent="-342900" lvl="7" marL="3657600" marR="0" algn="l">
              <a:lnSpc>
                <a:spcPct val="90000"/>
              </a:lnSpc>
              <a:spcBef>
                <a:spcPts val="500"/>
              </a:spcBef>
              <a:spcAft>
                <a:spcPts val="0"/>
              </a:spcAft>
              <a:buClr>
                <a:schemeClr val="dk1"/>
              </a:buClr>
              <a:buSzPts val="1800"/>
              <a:buFont typeface="Noto Sans"/>
              <a:buChar char="•"/>
              <a:defRPr b="0" i="0" sz="1800" u="none" cap="none" strike="noStrike">
                <a:solidFill>
                  <a:schemeClr val="dk1"/>
                </a:solidFill>
                <a:latin typeface="Malgun Gothic"/>
                <a:ea typeface="Malgun Gothic"/>
                <a:cs typeface="Malgun Gothic"/>
                <a:sym typeface="Malgun Gothic"/>
              </a:defRPr>
            </a:lvl8pPr>
            <a:lvl9pPr indent="-342900" lvl="8" marL="4114800" marR="0" algn="l">
              <a:lnSpc>
                <a:spcPct val="90000"/>
              </a:lnSpc>
              <a:spcBef>
                <a:spcPts val="500"/>
              </a:spcBef>
              <a:spcAft>
                <a:spcPts val="0"/>
              </a:spcAft>
              <a:buClr>
                <a:schemeClr val="dk1"/>
              </a:buClr>
              <a:buSzPts val="1800"/>
              <a:buFont typeface="Noto Sans"/>
              <a:buChar char="•"/>
              <a:defRPr b="0" i="0" sz="1800" u="none" cap="none" strike="noStrike">
                <a:solidFill>
                  <a:schemeClr val="dk1"/>
                </a:solidFill>
                <a:latin typeface="Malgun Gothic"/>
                <a:ea typeface="Malgun Gothic"/>
                <a:cs typeface="Malgun Gothic"/>
                <a:sym typeface="Malgun Gothic"/>
              </a:defRPr>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및 내용">
  <p:cSld name="2_제목 및 내용">
    <p:spTree>
      <p:nvGrpSpPr>
        <p:cNvPr id="96" name="Shape 96"/>
        <p:cNvGrpSpPr/>
        <p:nvPr/>
      </p:nvGrpSpPr>
      <p:grpSpPr>
        <a:xfrm>
          <a:off x="0" y="0"/>
          <a:ext cx="0" cy="0"/>
          <a:chOff x="0" y="0"/>
          <a:chExt cx="0" cy="0"/>
        </a:xfrm>
      </p:grpSpPr>
      <p:sp>
        <p:nvSpPr>
          <p:cNvPr id="97" name="Google Shape;97;g3c200775b63_2_158"/>
          <p:cNvSpPr txBox="1"/>
          <p:nvPr>
            <p:ph type="title"/>
          </p:nvPr>
        </p:nvSpPr>
        <p:spPr>
          <a:xfrm>
            <a:off x="838200" y="413616"/>
            <a:ext cx="10515600" cy="854100"/>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Noto Sans KR"/>
              <a:buNone/>
              <a:defRPr b="0" i="0" sz="2800" u="none" cap="none" strike="noStrike">
                <a:solidFill>
                  <a:schemeClr val="lt1"/>
                </a:solidFill>
                <a:latin typeface="Noto Sans KR"/>
                <a:ea typeface="Noto Sans KR"/>
                <a:cs typeface="Noto Sans KR"/>
                <a:sym typeface="Noto Sans KR"/>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98" name="Google Shape;98;g3c200775b63_2_158"/>
          <p:cNvSpPr txBox="1"/>
          <p:nvPr>
            <p:ph idx="1" type="body"/>
          </p:nvPr>
        </p:nvSpPr>
        <p:spPr>
          <a:xfrm>
            <a:off x="838200" y="1474932"/>
            <a:ext cx="10515600" cy="6303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1000"/>
              </a:spcBef>
              <a:spcAft>
                <a:spcPts val="0"/>
              </a:spcAft>
              <a:buClr>
                <a:schemeClr val="lt1"/>
              </a:buClr>
              <a:buSzPts val="1800"/>
              <a:buFont typeface="Noto Sans"/>
              <a:buNone/>
              <a:defRPr b="0" i="0" sz="1800" u="none" cap="none" strike="noStrike">
                <a:solidFill>
                  <a:schemeClr val="lt1"/>
                </a:solidFill>
                <a:latin typeface="Noto Sans KR"/>
                <a:ea typeface="Noto Sans KR"/>
                <a:cs typeface="Noto Sans KR"/>
                <a:sym typeface="Noto Sans KR"/>
              </a:defRPr>
            </a:lvl1pPr>
            <a:lvl2pPr indent="-381000" lvl="1" marL="914400" marR="0" rtl="0" algn="l">
              <a:lnSpc>
                <a:spcPct val="90000"/>
              </a:lnSpc>
              <a:spcBef>
                <a:spcPts val="500"/>
              </a:spcBef>
              <a:spcAft>
                <a:spcPts val="0"/>
              </a:spcAft>
              <a:buClr>
                <a:schemeClr val="lt1"/>
              </a:buClr>
              <a:buSzPts val="2400"/>
              <a:buFont typeface="Noto Sans"/>
              <a:buChar char="•"/>
              <a:defRPr b="0" i="0" sz="2400" u="none" cap="none" strike="noStrike">
                <a:solidFill>
                  <a:schemeClr val="lt1"/>
                </a:solidFill>
                <a:latin typeface="Noto Sans KR"/>
                <a:ea typeface="Noto Sans KR"/>
                <a:cs typeface="Noto Sans KR"/>
                <a:sym typeface="Noto Sans KR"/>
              </a:defRPr>
            </a:lvl2pPr>
            <a:lvl3pPr indent="-355600" lvl="2" marL="1371600" marR="0" rtl="0" algn="l">
              <a:lnSpc>
                <a:spcPct val="90000"/>
              </a:lnSpc>
              <a:spcBef>
                <a:spcPts val="500"/>
              </a:spcBef>
              <a:spcAft>
                <a:spcPts val="0"/>
              </a:spcAft>
              <a:buClr>
                <a:schemeClr val="lt1"/>
              </a:buClr>
              <a:buSzPts val="2000"/>
              <a:buFont typeface="Noto Sans"/>
              <a:buChar char="•"/>
              <a:defRPr b="0" i="0" sz="2000" u="none" cap="none" strike="noStrike">
                <a:solidFill>
                  <a:schemeClr val="lt1"/>
                </a:solidFill>
                <a:latin typeface="Noto Sans KR"/>
                <a:ea typeface="Noto Sans KR"/>
                <a:cs typeface="Noto Sans KR"/>
                <a:sym typeface="Noto Sans KR"/>
              </a:defRPr>
            </a:lvl3pPr>
            <a:lvl4pPr indent="-342900" lvl="3" marL="1828800" marR="0" rtl="0" algn="l">
              <a:lnSpc>
                <a:spcPct val="90000"/>
              </a:lnSpc>
              <a:spcBef>
                <a:spcPts val="500"/>
              </a:spcBef>
              <a:spcAft>
                <a:spcPts val="0"/>
              </a:spcAft>
              <a:buClr>
                <a:schemeClr val="lt1"/>
              </a:buClr>
              <a:buSzPts val="1800"/>
              <a:buFont typeface="Noto Sans"/>
              <a:buChar char="•"/>
              <a:defRPr b="0" i="0" sz="1800" u="none" cap="none" strike="noStrike">
                <a:solidFill>
                  <a:schemeClr val="lt1"/>
                </a:solidFill>
                <a:latin typeface="Noto Sans KR"/>
                <a:ea typeface="Noto Sans KR"/>
                <a:cs typeface="Noto Sans KR"/>
                <a:sym typeface="Noto Sans KR"/>
              </a:defRPr>
            </a:lvl4pPr>
            <a:lvl5pPr indent="-342900" lvl="4" marL="2286000" marR="0" rtl="0" algn="l">
              <a:lnSpc>
                <a:spcPct val="90000"/>
              </a:lnSpc>
              <a:spcBef>
                <a:spcPts val="500"/>
              </a:spcBef>
              <a:spcAft>
                <a:spcPts val="0"/>
              </a:spcAft>
              <a:buClr>
                <a:schemeClr val="lt1"/>
              </a:buClr>
              <a:buSzPts val="1800"/>
              <a:buFont typeface="Noto Sans"/>
              <a:buChar char="•"/>
              <a:defRPr b="0" i="0" sz="1800" u="none" cap="none" strike="noStrike">
                <a:solidFill>
                  <a:schemeClr val="lt1"/>
                </a:solidFill>
                <a:latin typeface="Noto Sans KR"/>
                <a:ea typeface="Noto Sans KR"/>
                <a:cs typeface="Noto Sans KR"/>
                <a:sym typeface="Noto Sans KR"/>
              </a:defRPr>
            </a:lvl5pPr>
            <a:lvl6pPr indent="-342900" lvl="5" marL="2743200" marR="0" rtl="0" algn="l">
              <a:lnSpc>
                <a:spcPct val="90000"/>
              </a:lnSpc>
              <a:spcBef>
                <a:spcPts val="500"/>
              </a:spcBef>
              <a:spcAft>
                <a:spcPts val="0"/>
              </a:spcAft>
              <a:buClr>
                <a:schemeClr val="dk1"/>
              </a:buClr>
              <a:buSzPts val="1800"/>
              <a:buFont typeface="Noto Sans"/>
              <a:buChar char="•"/>
              <a:defRPr b="0" i="0" sz="1800" u="none" cap="none" strike="noStrike">
                <a:solidFill>
                  <a:schemeClr val="dk1"/>
                </a:solidFill>
                <a:latin typeface="Malgun Gothic"/>
                <a:ea typeface="Malgun Gothic"/>
                <a:cs typeface="Malgun Gothic"/>
                <a:sym typeface="Malgun Gothic"/>
              </a:defRPr>
            </a:lvl6pPr>
            <a:lvl7pPr indent="-342900" lvl="6" marL="3200400" marR="0" rtl="0" algn="l">
              <a:lnSpc>
                <a:spcPct val="90000"/>
              </a:lnSpc>
              <a:spcBef>
                <a:spcPts val="500"/>
              </a:spcBef>
              <a:spcAft>
                <a:spcPts val="0"/>
              </a:spcAft>
              <a:buClr>
                <a:schemeClr val="dk1"/>
              </a:buClr>
              <a:buSzPts val="1800"/>
              <a:buFont typeface="Noto Sans"/>
              <a:buChar char="•"/>
              <a:defRPr b="0" i="0" sz="1800" u="none" cap="none" strike="noStrike">
                <a:solidFill>
                  <a:schemeClr val="dk1"/>
                </a:solidFill>
                <a:latin typeface="Malgun Gothic"/>
                <a:ea typeface="Malgun Gothic"/>
                <a:cs typeface="Malgun Gothic"/>
                <a:sym typeface="Malgun Gothic"/>
              </a:defRPr>
            </a:lvl7pPr>
            <a:lvl8pPr indent="-342900" lvl="7" marL="3657600" marR="0" rtl="0" algn="l">
              <a:lnSpc>
                <a:spcPct val="90000"/>
              </a:lnSpc>
              <a:spcBef>
                <a:spcPts val="500"/>
              </a:spcBef>
              <a:spcAft>
                <a:spcPts val="0"/>
              </a:spcAft>
              <a:buClr>
                <a:schemeClr val="dk1"/>
              </a:buClr>
              <a:buSzPts val="1800"/>
              <a:buFont typeface="Noto Sans"/>
              <a:buChar char="•"/>
              <a:defRPr b="0" i="0" sz="1800" u="none" cap="none" strike="noStrike">
                <a:solidFill>
                  <a:schemeClr val="dk1"/>
                </a:solidFill>
                <a:latin typeface="Malgun Gothic"/>
                <a:ea typeface="Malgun Gothic"/>
                <a:cs typeface="Malgun Gothic"/>
                <a:sym typeface="Malgun Gothic"/>
              </a:defRPr>
            </a:lvl8pPr>
            <a:lvl9pPr indent="-342900" lvl="8" marL="4114800" marR="0" rtl="0" algn="l">
              <a:lnSpc>
                <a:spcPct val="90000"/>
              </a:lnSpc>
              <a:spcBef>
                <a:spcPts val="500"/>
              </a:spcBef>
              <a:spcAft>
                <a:spcPts val="0"/>
              </a:spcAft>
              <a:buClr>
                <a:schemeClr val="dk1"/>
              </a:buClr>
              <a:buSzPts val="1800"/>
              <a:buFont typeface="Noto Sans"/>
              <a:buChar char="•"/>
              <a:defRPr b="0" i="0" sz="1800" u="none" cap="none" strike="noStrike">
                <a:solidFill>
                  <a:schemeClr val="dk1"/>
                </a:solidFill>
                <a:latin typeface="Malgun Gothic"/>
                <a:ea typeface="Malgun Gothic"/>
                <a:cs typeface="Malgun Gothic"/>
                <a:sym typeface="Malgun Gothic"/>
              </a:defRPr>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슬라이드">
  <p:cSld name="제목 슬라이드">
    <p:spTree>
      <p:nvGrpSpPr>
        <p:cNvPr id="99" name="Shape 99"/>
        <p:cNvGrpSpPr/>
        <p:nvPr/>
      </p:nvGrpSpPr>
      <p:grpSpPr>
        <a:xfrm>
          <a:off x="0" y="0"/>
          <a:ext cx="0" cy="0"/>
          <a:chOff x="0" y="0"/>
          <a:chExt cx="0" cy="0"/>
        </a:xfrm>
      </p:grpSpPr>
      <p:sp>
        <p:nvSpPr>
          <p:cNvPr id="100" name="Google Shape;100;g3c200775b63_2_155"/>
          <p:cNvSpPr txBox="1"/>
          <p:nvPr>
            <p:ph type="title"/>
          </p:nvPr>
        </p:nvSpPr>
        <p:spPr>
          <a:xfrm>
            <a:off x="838200" y="413616"/>
            <a:ext cx="10515600" cy="854100"/>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Noto Sans KR"/>
              <a:buNone/>
              <a:defRPr b="0" i="0" sz="2800" u="none" cap="none" strike="noStrike">
                <a:solidFill>
                  <a:schemeClr val="lt1"/>
                </a:solidFill>
                <a:latin typeface="Noto Sans KR"/>
                <a:ea typeface="Noto Sans KR"/>
                <a:cs typeface="Noto Sans KR"/>
                <a:sym typeface="Noto Sans KR"/>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1" name="Google Shape;101;g3c200775b63_2_155"/>
          <p:cNvSpPr txBox="1"/>
          <p:nvPr>
            <p:ph idx="1" type="body"/>
          </p:nvPr>
        </p:nvSpPr>
        <p:spPr>
          <a:xfrm>
            <a:off x="838200" y="1474932"/>
            <a:ext cx="10515600" cy="6303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1000"/>
              </a:spcBef>
              <a:spcAft>
                <a:spcPts val="0"/>
              </a:spcAft>
              <a:buClr>
                <a:schemeClr val="lt1"/>
              </a:buClr>
              <a:buSzPts val="1800"/>
              <a:buFont typeface="Noto Sans"/>
              <a:buNone/>
              <a:defRPr b="0" i="0" sz="1800" u="none" cap="none" strike="noStrike">
                <a:solidFill>
                  <a:schemeClr val="lt1"/>
                </a:solidFill>
                <a:latin typeface="Noto Sans KR"/>
                <a:ea typeface="Noto Sans KR"/>
                <a:cs typeface="Noto Sans KR"/>
                <a:sym typeface="Noto Sans KR"/>
              </a:defRPr>
            </a:lvl1pPr>
            <a:lvl2pPr indent="-381000" lvl="1" marL="914400" marR="0" rtl="0" algn="l">
              <a:lnSpc>
                <a:spcPct val="90000"/>
              </a:lnSpc>
              <a:spcBef>
                <a:spcPts val="500"/>
              </a:spcBef>
              <a:spcAft>
                <a:spcPts val="0"/>
              </a:spcAft>
              <a:buClr>
                <a:schemeClr val="lt1"/>
              </a:buClr>
              <a:buSzPts val="2400"/>
              <a:buFont typeface="Noto Sans"/>
              <a:buChar char="•"/>
              <a:defRPr b="0" i="0" sz="2400" u="none" cap="none" strike="noStrike">
                <a:solidFill>
                  <a:schemeClr val="lt1"/>
                </a:solidFill>
                <a:latin typeface="Noto Sans KR"/>
                <a:ea typeface="Noto Sans KR"/>
                <a:cs typeface="Noto Sans KR"/>
                <a:sym typeface="Noto Sans KR"/>
              </a:defRPr>
            </a:lvl2pPr>
            <a:lvl3pPr indent="-355600" lvl="2" marL="1371600" marR="0" rtl="0" algn="l">
              <a:lnSpc>
                <a:spcPct val="90000"/>
              </a:lnSpc>
              <a:spcBef>
                <a:spcPts val="500"/>
              </a:spcBef>
              <a:spcAft>
                <a:spcPts val="0"/>
              </a:spcAft>
              <a:buClr>
                <a:schemeClr val="lt1"/>
              </a:buClr>
              <a:buSzPts val="2000"/>
              <a:buFont typeface="Noto Sans"/>
              <a:buChar char="•"/>
              <a:defRPr b="0" i="0" sz="2000" u="none" cap="none" strike="noStrike">
                <a:solidFill>
                  <a:schemeClr val="lt1"/>
                </a:solidFill>
                <a:latin typeface="Noto Sans KR"/>
                <a:ea typeface="Noto Sans KR"/>
                <a:cs typeface="Noto Sans KR"/>
                <a:sym typeface="Noto Sans KR"/>
              </a:defRPr>
            </a:lvl3pPr>
            <a:lvl4pPr indent="-342900" lvl="3" marL="1828800" marR="0" rtl="0" algn="l">
              <a:lnSpc>
                <a:spcPct val="90000"/>
              </a:lnSpc>
              <a:spcBef>
                <a:spcPts val="500"/>
              </a:spcBef>
              <a:spcAft>
                <a:spcPts val="0"/>
              </a:spcAft>
              <a:buClr>
                <a:schemeClr val="lt1"/>
              </a:buClr>
              <a:buSzPts val="1800"/>
              <a:buFont typeface="Noto Sans"/>
              <a:buChar char="•"/>
              <a:defRPr b="0" i="0" sz="1800" u="none" cap="none" strike="noStrike">
                <a:solidFill>
                  <a:schemeClr val="lt1"/>
                </a:solidFill>
                <a:latin typeface="Noto Sans KR"/>
                <a:ea typeface="Noto Sans KR"/>
                <a:cs typeface="Noto Sans KR"/>
                <a:sym typeface="Noto Sans KR"/>
              </a:defRPr>
            </a:lvl4pPr>
            <a:lvl5pPr indent="-342900" lvl="4" marL="2286000" marR="0" rtl="0" algn="l">
              <a:lnSpc>
                <a:spcPct val="90000"/>
              </a:lnSpc>
              <a:spcBef>
                <a:spcPts val="500"/>
              </a:spcBef>
              <a:spcAft>
                <a:spcPts val="0"/>
              </a:spcAft>
              <a:buClr>
                <a:schemeClr val="lt1"/>
              </a:buClr>
              <a:buSzPts val="1800"/>
              <a:buFont typeface="Noto Sans"/>
              <a:buChar char="•"/>
              <a:defRPr b="0" i="0" sz="1800" u="none" cap="none" strike="noStrike">
                <a:solidFill>
                  <a:schemeClr val="lt1"/>
                </a:solidFill>
                <a:latin typeface="Noto Sans KR"/>
                <a:ea typeface="Noto Sans KR"/>
                <a:cs typeface="Noto Sans KR"/>
                <a:sym typeface="Noto Sans KR"/>
              </a:defRPr>
            </a:lvl5pPr>
            <a:lvl6pPr indent="-342900" lvl="5" marL="2743200" marR="0" rtl="0" algn="l">
              <a:lnSpc>
                <a:spcPct val="90000"/>
              </a:lnSpc>
              <a:spcBef>
                <a:spcPts val="500"/>
              </a:spcBef>
              <a:spcAft>
                <a:spcPts val="0"/>
              </a:spcAft>
              <a:buClr>
                <a:schemeClr val="dk1"/>
              </a:buClr>
              <a:buSzPts val="1800"/>
              <a:buFont typeface="Noto Sans"/>
              <a:buChar char="•"/>
              <a:defRPr b="0" i="0" sz="1800" u="none" cap="none" strike="noStrike">
                <a:solidFill>
                  <a:schemeClr val="dk1"/>
                </a:solidFill>
                <a:latin typeface="Malgun Gothic"/>
                <a:ea typeface="Malgun Gothic"/>
                <a:cs typeface="Malgun Gothic"/>
                <a:sym typeface="Malgun Gothic"/>
              </a:defRPr>
            </a:lvl6pPr>
            <a:lvl7pPr indent="-342900" lvl="6" marL="3200400" marR="0" rtl="0" algn="l">
              <a:lnSpc>
                <a:spcPct val="90000"/>
              </a:lnSpc>
              <a:spcBef>
                <a:spcPts val="500"/>
              </a:spcBef>
              <a:spcAft>
                <a:spcPts val="0"/>
              </a:spcAft>
              <a:buClr>
                <a:schemeClr val="dk1"/>
              </a:buClr>
              <a:buSzPts val="1800"/>
              <a:buFont typeface="Noto Sans"/>
              <a:buChar char="•"/>
              <a:defRPr b="0" i="0" sz="1800" u="none" cap="none" strike="noStrike">
                <a:solidFill>
                  <a:schemeClr val="dk1"/>
                </a:solidFill>
                <a:latin typeface="Malgun Gothic"/>
                <a:ea typeface="Malgun Gothic"/>
                <a:cs typeface="Malgun Gothic"/>
                <a:sym typeface="Malgun Gothic"/>
              </a:defRPr>
            </a:lvl7pPr>
            <a:lvl8pPr indent="-342900" lvl="7" marL="3657600" marR="0" rtl="0" algn="l">
              <a:lnSpc>
                <a:spcPct val="90000"/>
              </a:lnSpc>
              <a:spcBef>
                <a:spcPts val="500"/>
              </a:spcBef>
              <a:spcAft>
                <a:spcPts val="0"/>
              </a:spcAft>
              <a:buClr>
                <a:schemeClr val="dk1"/>
              </a:buClr>
              <a:buSzPts val="1800"/>
              <a:buFont typeface="Noto Sans"/>
              <a:buChar char="•"/>
              <a:defRPr b="0" i="0" sz="1800" u="none" cap="none" strike="noStrike">
                <a:solidFill>
                  <a:schemeClr val="dk1"/>
                </a:solidFill>
                <a:latin typeface="Malgun Gothic"/>
                <a:ea typeface="Malgun Gothic"/>
                <a:cs typeface="Malgun Gothic"/>
                <a:sym typeface="Malgun Gothic"/>
              </a:defRPr>
            </a:lvl8pPr>
            <a:lvl9pPr indent="-342900" lvl="8" marL="4114800" marR="0" rtl="0" algn="l">
              <a:lnSpc>
                <a:spcPct val="90000"/>
              </a:lnSpc>
              <a:spcBef>
                <a:spcPts val="500"/>
              </a:spcBef>
              <a:spcAft>
                <a:spcPts val="0"/>
              </a:spcAft>
              <a:buClr>
                <a:schemeClr val="dk1"/>
              </a:buClr>
              <a:buSzPts val="1800"/>
              <a:buFont typeface="Noto Sans"/>
              <a:buChar char="•"/>
              <a:defRPr b="0" i="0" sz="1800" u="none" cap="none" strike="noStrike">
                <a:solidFill>
                  <a:schemeClr val="dk1"/>
                </a:solidFill>
                <a:latin typeface="Malgun Gothic"/>
                <a:ea typeface="Malgun Gothic"/>
                <a:cs typeface="Malgun Gothic"/>
                <a:sym typeface="Malgun Gothic"/>
              </a:defRPr>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_02">
  <p:cSld name="sub_02">
    <p:bg>
      <p:bgPr>
        <a:blipFill>
          <a:blip r:embed="rId2">
            <a:alphaModFix/>
          </a:blip>
          <a:stretch>
            <a:fillRect/>
          </a:stretch>
        </a:blipFill>
      </p:bgPr>
    </p:bg>
    <p:spTree>
      <p:nvGrpSpPr>
        <p:cNvPr id="102" name="Shape 102"/>
        <p:cNvGrpSpPr/>
        <p:nvPr/>
      </p:nvGrpSpPr>
      <p:grpSpPr>
        <a:xfrm>
          <a:off x="0" y="0"/>
          <a:ext cx="0" cy="0"/>
          <a:chOff x="0" y="0"/>
          <a:chExt cx="0" cy="0"/>
        </a:xfrm>
      </p:grpSpPr>
      <p:sp>
        <p:nvSpPr>
          <p:cNvPr id="103" name="Google Shape;103;g3c200775b63_2_161"/>
          <p:cNvSpPr txBox="1"/>
          <p:nvPr>
            <p:ph type="title"/>
          </p:nvPr>
        </p:nvSpPr>
        <p:spPr>
          <a:xfrm>
            <a:off x="838200" y="413616"/>
            <a:ext cx="10515600" cy="854100"/>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Noto Sans KR"/>
              <a:buNone/>
              <a:defRPr b="0" i="0" sz="2800" u="none" cap="none" strike="noStrike">
                <a:solidFill>
                  <a:schemeClr val="lt1"/>
                </a:solidFill>
                <a:latin typeface="Noto Sans KR"/>
                <a:ea typeface="Noto Sans KR"/>
                <a:cs typeface="Noto Sans KR"/>
                <a:sym typeface="Noto Sans KR"/>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4" name="Google Shape;104;g3c200775b63_2_161"/>
          <p:cNvSpPr txBox="1"/>
          <p:nvPr>
            <p:ph idx="1" type="body"/>
          </p:nvPr>
        </p:nvSpPr>
        <p:spPr>
          <a:xfrm>
            <a:off x="838200" y="1474932"/>
            <a:ext cx="10515600" cy="6303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1000"/>
              </a:spcBef>
              <a:spcAft>
                <a:spcPts val="0"/>
              </a:spcAft>
              <a:buClr>
                <a:schemeClr val="lt1"/>
              </a:buClr>
              <a:buSzPts val="1800"/>
              <a:buFont typeface="Noto Sans"/>
              <a:buNone/>
              <a:defRPr b="0" i="0" sz="1800" u="none" cap="none" strike="noStrike">
                <a:solidFill>
                  <a:schemeClr val="lt1"/>
                </a:solidFill>
                <a:latin typeface="Noto Sans KR"/>
                <a:ea typeface="Noto Sans KR"/>
                <a:cs typeface="Noto Sans KR"/>
                <a:sym typeface="Noto Sans KR"/>
              </a:defRPr>
            </a:lvl1pPr>
            <a:lvl2pPr indent="-381000" lvl="1" marL="914400" marR="0" rtl="0" algn="l">
              <a:lnSpc>
                <a:spcPct val="90000"/>
              </a:lnSpc>
              <a:spcBef>
                <a:spcPts val="500"/>
              </a:spcBef>
              <a:spcAft>
                <a:spcPts val="0"/>
              </a:spcAft>
              <a:buClr>
                <a:schemeClr val="lt1"/>
              </a:buClr>
              <a:buSzPts val="2400"/>
              <a:buFont typeface="Noto Sans"/>
              <a:buChar char="•"/>
              <a:defRPr b="0" i="0" sz="2400" u="none" cap="none" strike="noStrike">
                <a:solidFill>
                  <a:schemeClr val="lt1"/>
                </a:solidFill>
                <a:latin typeface="Noto Sans KR"/>
                <a:ea typeface="Noto Sans KR"/>
                <a:cs typeface="Noto Sans KR"/>
                <a:sym typeface="Noto Sans KR"/>
              </a:defRPr>
            </a:lvl2pPr>
            <a:lvl3pPr indent="-355600" lvl="2" marL="1371600" marR="0" rtl="0" algn="l">
              <a:lnSpc>
                <a:spcPct val="90000"/>
              </a:lnSpc>
              <a:spcBef>
                <a:spcPts val="500"/>
              </a:spcBef>
              <a:spcAft>
                <a:spcPts val="0"/>
              </a:spcAft>
              <a:buClr>
                <a:schemeClr val="lt1"/>
              </a:buClr>
              <a:buSzPts val="2000"/>
              <a:buFont typeface="Noto Sans"/>
              <a:buChar char="•"/>
              <a:defRPr b="0" i="0" sz="2000" u="none" cap="none" strike="noStrike">
                <a:solidFill>
                  <a:schemeClr val="lt1"/>
                </a:solidFill>
                <a:latin typeface="Noto Sans KR"/>
                <a:ea typeface="Noto Sans KR"/>
                <a:cs typeface="Noto Sans KR"/>
                <a:sym typeface="Noto Sans KR"/>
              </a:defRPr>
            </a:lvl3pPr>
            <a:lvl4pPr indent="-342900" lvl="3" marL="1828800" marR="0" rtl="0" algn="l">
              <a:lnSpc>
                <a:spcPct val="90000"/>
              </a:lnSpc>
              <a:spcBef>
                <a:spcPts val="500"/>
              </a:spcBef>
              <a:spcAft>
                <a:spcPts val="0"/>
              </a:spcAft>
              <a:buClr>
                <a:schemeClr val="lt1"/>
              </a:buClr>
              <a:buSzPts val="1800"/>
              <a:buFont typeface="Noto Sans"/>
              <a:buChar char="•"/>
              <a:defRPr b="0" i="0" sz="1800" u="none" cap="none" strike="noStrike">
                <a:solidFill>
                  <a:schemeClr val="lt1"/>
                </a:solidFill>
                <a:latin typeface="Noto Sans KR"/>
                <a:ea typeface="Noto Sans KR"/>
                <a:cs typeface="Noto Sans KR"/>
                <a:sym typeface="Noto Sans KR"/>
              </a:defRPr>
            </a:lvl4pPr>
            <a:lvl5pPr indent="-342900" lvl="4" marL="2286000" marR="0" rtl="0" algn="l">
              <a:lnSpc>
                <a:spcPct val="90000"/>
              </a:lnSpc>
              <a:spcBef>
                <a:spcPts val="500"/>
              </a:spcBef>
              <a:spcAft>
                <a:spcPts val="0"/>
              </a:spcAft>
              <a:buClr>
                <a:schemeClr val="lt1"/>
              </a:buClr>
              <a:buSzPts val="1800"/>
              <a:buFont typeface="Noto Sans"/>
              <a:buChar char="•"/>
              <a:defRPr b="0" i="0" sz="1800" u="none" cap="none" strike="noStrike">
                <a:solidFill>
                  <a:schemeClr val="lt1"/>
                </a:solidFill>
                <a:latin typeface="Noto Sans KR"/>
                <a:ea typeface="Noto Sans KR"/>
                <a:cs typeface="Noto Sans KR"/>
                <a:sym typeface="Noto Sans KR"/>
              </a:defRPr>
            </a:lvl5pPr>
            <a:lvl6pPr indent="-342900" lvl="5" marL="2743200" marR="0" rtl="0" algn="l">
              <a:lnSpc>
                <a:spcPct val="90000"/>
              </a:lnSpc>
              <a:spcBef>
                <a:spcPts val="500"/>
              </a:spcBef>
              <a:spcAft>
                <a:spcPts val="0"/>
              </a:spcAft>
              <a:buClr>
                <a:schemeClr val="dk1"/>
              </a:buClr>
              <a:buSzPts val="1800"/>
              <a:buFont typeface="Noto Sans"/>
              <a:buChar char="•"/>
              <a:defRPr b="0" i="0" sz="1800" u="none" cap="none" strike="noStrike">
                <a:solidFill>
                  <a:schemeClr val="dk1"/>
                </a:solidFill>
                <a:latin typeface="Malgun Gothic"/>
                <a:ea typeface="Malgun Gothic"/>
                <a:cs typeface="Malgun Gothic"/>
                <a:sym typeface="Malgun Gothic"/>
              </a:defRPr>
            </a:lvl6pPr>
            <a:lvl7pPr indent="-342900" lvl="6" marL="3200400" marR="0" rtl="0" algn="l">
              <a:lnSpc>
                <a:spcPct val="90000"/>
              </a:lnSpc>
              <a:spcBef>
                <a:spcPts val="500"/>
              </a:spcBef>
              <a:spcAft>
                <a:spcPts val="0"/>
              </a:spcAft>
              <a:buClr>
                <a:schemeClr val="dk1"/>
              </a:buClr>
              <a:buSzPts val="1800"/>
              <a:buFont typeface="Noto Sans"/>
              <a:buChar char="•"/>
              <a:defRPr b="0" i="0" sz="1800" u="none" cap="none" strike="noStrike">
                <a:solidFill>
                  <a:schemeClr val="dk1"/>
                </a:solidFill>
                <a:latin typeface="Malgun Gothic"/>
                <a:ea typeface="Malgun Gothic"/>
                <a:cs typeface="Malgun Gothic"/>
                <a:sym typeface="Malgun Gothic"/>
              </a:defRPr>
            </a:lvl7pPr>
            <a:lvl8pPr indent="-342900" lvl="7" marL="3657600" marR="0" rtl="0" algn="l">
              <a:lnSpc>
                <a:spcPct val="90000"/>
              </a:lnSpc>
              <a:spcBef>
                <a:spcPts val="500"/>
              </a:spcBef>
              <a:spcAft>
                <a:spcPts val="0"/>
              </a:spcAft>
              <a:buClr>
                <a:schemeClr val="dk1"/>
              </a:buClr>
              <a:buSzPts val="1800"/>
              <a:buFont typeface="Noto Sans"/>
              <a:buChar char="•"/>
              <a:defRPr b="0" i="0" sz="1800" u="none" cap="none" strike="noStrike">
                <a:solidFill>
                  <a:schemeClr val="dk1"/>
                </a:solidFill>
                <a:latin typeface="Malgun Gothic"/>
                <a:ea typeface="Malgun Gothic"/>
                <a:cs typeface="Malgun Gothic"/>
                <a:sym typeface="Malgun Gothic"/>
              </a:defRPr>
            </a:lvl8pPr>
            <a:lvl9pPr indent="-342900" lvl="8" marL="4114800" marR="0" rtl="0" algn="l">
              <a:lnSpc>
                <a:spcPct val="90000"/>
              </a:lnSpc>
              <a:spcBef>
                <a:spcPts val="500"/>
              </a:spcBef>
              <a:spcAft>
                <a:spcPts val="0"/>
              </a:spcAft>
              <a:buClr>
                <a:schemeClr val="dk1"/>
              </a:buClr>
              <a:buSzPts val="1800"/>
              <a:buFont typeface="Noto Sans"/>
              <a:buChar char="•"/>
              <a:defRPr b="0" i="0" sz="1800" u="none" cap="none" strike="noStrike">
                <a:solidFill>
                  <a:schemeClr val="dk1"/>
                </a:solidFill>
                <a:latin typeface="Malgun Gothic"/>
                <a:ea typeface="Malgun Gothic"/>
                <a:cs typeface="Malgun Gothic"/>
                <a:sym typeface="Malgun Gothic"/>
              </a:defRPr>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및 내용">
  <p:cSld name="2_제목 및 내용">
    <p:spTree>
      <p:nvGrpSpPr>
        <p:cNvPr id="110" name="Shape 110"/>
        <p:cNvGrpSpPr/>
        <p:nvPr/>
      </p:nvGrpSpPr>
      <p:grpSpPr>
        <a:xfrm>
          <a:off x="0" y="0"/>
          <a:ext cx="0" cy="0"/>
          <a:chOff x="0" y="0"/>
          <a:chExt cx="0" cy="0"/>
        </a:xfrm>
      </p:grpSpPr>
      <p:sp>
        <p:nvSpPr>
          <p:cNvPr id="111" name="Google Shape;111;g3c200775b63_2_196"/>
          <p:cNvSpPr txBox="1"/>
          <p:nvPr>
            <p:ph type="title"/>
          </p:nvPr>
        </p:nvSpPr>
        <p:spPr>
          <a:xfrm>
            <a:off x="838200" y="413616"/>
            <a:ext cx="10515600" cy="854100"/>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Noto Sans KR"/>
              <a:buNone/>
              <a:defRPr b="0" i="0" sz="2800" u="none" cap="none" strike="noStrike">
                <a:solidFill>
                  <a:schemeClr val="lt1"/>
                </a:solidFill>
                <a:latin typeface="Noto Sans KR"/>
                <a:ea typeface="Noto Sans KR"/>
                <a:cs typeface="Noto Sans KR"/>
                <a:sym typeface="Noto Sans KR"/>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2" name="Google Shape;112;g3c200775b63_2_196"/>
          <p:cNvSpPr txBox="1"/>
          <p:nvPr>
            <p:ph idx="1" type="body"/>
          </p:nvPr>
        </p:nvSpPr>
        <p:spPr>
          <a:xfrm>
            <a:off x="838200" y="1474932"/>
            <a:ext cx="10515600" cy="6303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1000"/>
              </a:spcBef>
              <a:spcAft>
                <a:spcPts val="0"/>
              </a:spcAft>
              <a:buClr>
                <a:schemeClr val="lt1"/>
              </a:buClr>
              <a:buSzPts val="1800"/>
              <a:buFont typeface="Noto Sans"/>
              <a:buNone/>
              <a:defRPr b="0" i="0" sz="1800" u="none" cap="none" strike="noStrike">
                <a:solidFill>
                  <a:schemeClr val="lt1"/>
                </a:solidFill>
                <a:latin typeface="Noto Sans KR"/>
                <a:ea typeface="Noto Sans KR"/>
                <a:cs typeface="Noto Sans KR"/>
                <a:sym typeface="Noto Sans KR"/>
              </a:defRPr>
            </a:lvl1pPr>
            <a:lvl2pPr indent="-381000" lvl="1" marL="914400" marR="0" rtl="0" algn="l">
              <a:lnSpc>
                <a:spcPct val="90000"/>
              </a:lnSpc>
              <a:spcBef>
                <a:spcPts val="500"/>
              </a:spcBef>
              <a:spcAft>
                <a:spcPts val="0"/>
              </a:spcAft>
              <a:buClr>
                <a:schemeClr val="lt1"/>
              </a:buClr>
              <a:buSzPts val="2400"/>
              <a:buFont typeface="Noto Sans"/>
              <a:buChar char="•"/>
              <a:defRPr b="0" i="0" sz="2400" u="none" cap="none" strike="noStrike">
                <a:solidFill>
                  <a:schemeClr val="lt1"/>
                </a:solidFill>
                <a:latin typeface="Noto Sans KR"/>
                <a:ea typeface="Noto Sans KR"/>
                <a:cs typeface="Noto Sans KR"/>
                <a:sym typeface="Noto Sans KR"/>
              </a:defRPr>
            </a:lvl2pPr>
            <a:lvl3pPr indent="-355600" lvl="2" marL="1371600" marR="0" rtl="0" algn="l">
              <a:lnSpc>
                <a:spcPct val="90000"/>
              </a:lnSpc>
              <a:spcBef>
                <a:spcPts val="500"/>
              </a:spcBef>
              <a:spcAft>
                <a:spcPts val="0"/>
              </a:spcAft>
              <a:buClr>
                <a:schemeClr val="lt1"/>
              </a:buClr>
              <a:buSzPts val="2000"/>
              <a:buFont typeface="Noto Sans"/>
              <a:buChar char="•"/>
              <a:defRPr b="0" i="0" sz="2000" u="none" cap="none" strike="noStrike">
                <a:solidFill>
                  <a:schemeClr val="lt1"/>
                </a:solidFill>
                <a:latin typeface="Noto Sans KR"/>
                <a:ea typeface="Noto Sans KR"/>
                <a:cs typeface="Noto Sans KR"/>
                <a:sym typeface="Noto Sans KR"/>
              </a:defRPr>
            </a:lvl3pPr>
            <a:lvl4pPr indent="-342900" lvl="3" marL="1828800" marR="0" rtl="0" algn="l">
              <a:lnSpc>
                <a:spcPct val="90000"/>
              </a:lnSpc>
              <a:spcBef>
                <a:spcPts val="500"/>
              </a:spcBef>
              <a:spcAft>
                <a:spcPts val="0"/>
              </a:spcAft>
              <a:buClr>
                <a:schemeClr val="lt1"/>
              </a:buClr>
              <a:buSzPts val="1800"/>
              <a:buFont typeface="Noto Sans"/>
              <a:buChar char="•"/>
              <a:defRPr b="0" i="0" sz="1800" u="none" cap="none" strike="noStrike">
                <a:solidFill>
                  <a:schemeClr val="lt1"/>
                </a:solidFill>
                <a:latin typeface="Noto Sans KR"/>
                <a:ea typeface="Noto Sans KR"/>
                <a:cs typeface="Noto Sans KR"/>
                <a:sym typeface="Noto Sans KR"/>
              </a:defRPr>
            </a:lvl4pPr>
            <a:lvl5pPr indent="-342900" lvl="4" marL="2286000" marR="0" rtl="0" algn="l">
              <a:lnSpc>
                <a:spcPct val="90000"/>
              </a:lnSpc>
              <a:spcBef>
                <a:spcPts val="500"/>
              </a:spcBef>
              <a:spcAft>
                <a:spcPts val="0"/>
              </a:spcAft>
              <a:buClr>
                <a:schemeClr val="lt1"/>
              </a:buClr>
              <a:buSzPts val="1800"/>
              <a:buFont typeface="Noto Sans"/>
              <a:buChar char="•"/>
              <a:defRPr b="0" i="0" sz="1800" u="none" cap="none" strike="noStrike">
                <a:solidFill>
                  <a:schemeClr val="lt1"/>
                </a:solidFill>
                <a:latin typeface="Noto Sans KR"/>
                <a:ea typeface="Noto Sans KR"/>
                <a:cs typeface="Noto Sans KR"/>
                <a:sym typeface="Noto Sans KR"/>
              </a:defRPr>
            </a:lvl5pPr>
            <a:lvl6pPr indent="-342900" lvl="5" marL="2743200" marR="0" rtl="0" algn="l">
              <a:lnSpc>
                <a:spcPct val="90000"/>
              </a:lnSpc>
              <a:spcBef>
                <a:spcPts val="500"/>
              </a:spcBef>
              <a:spcAft>
                <a:spcPts val="0"/>
              </a:spcAft>
              <a:buClr>
                <a:schemeClr val="dk1"/>
              </a:buClr>
              <a:buSzPts val="1800"/>
              <a:buFont typeface="Noto Sans"/>
              <a:buChar char="•"/>
              <a:defRPr b="0" i="0" sz="1800" u="none" cap="none" strike="noStrike">
                <a:solidFill>
                  <a:schemeClr val="dk1"/>
                </a:solidFill>
                <a:latin typeface="Malgun Gothic"/>
                <a:ea typeface="Malgun Gothic"/>
                <a:cs typeface="Malgun Gothic"/>
                <a:sym typeface="Malgun Gothic"/>
              </a:defRPr>
            </a:lvl6pPr>
            <a:lvl7pPr indent="-342900" lvl="6" marL="3200400" marR="0" rtl="0" algn="l">
              <a:lnSpc>
                <a:spcPct val="90000"/>
              </a:lnSpc>
              <a:spcBef>
                <a:spcPts val="500"/>
              </a:spcBef>
              <a:spcAft>
                <a:spcPts val="0"/>
              </a:spcAft>
              <a:buClr>
                <a:schemeClr val="dk1"/>
              </a:buClr>
              <a:buSzPts val="1800"/>
              <a:buFont typeface="Noto Sans"/>
              <a:buChar char="•"/>
              <a:defRPr b="0" i="0" sz="1800" u="none" cap="none" strike="noStrike">
                <a:solidFill>
                  <a:schemeClr val="dk1"/>
                </a:solidFill>
                <a:latin typeface="Malgun Gothic"/>
                <a:ea typeface="Malgun Gothic"/>
                <a:cs typeface="Malgun Gothic"/>
                <a:sym typeface="Malgun Gothic"/>
              </a:defRPr>
            </a:lvl7pPr>
            <a:lvl8pPr indent="-342900" lvl="7" marL="3657600" marR="0" rtl="0" algn="l">
              <a:lnSpc>
                <a:spcPct val="90000"/>
              </a:lnSpc>
              <a:spcBef>
                <a:spcPts val="500"/>
              </a:spcBef>
              <a:spcAft>
                <a:spcPts val="0"/>
              </a:spcAft>
              <a:buClr>
                <a:schemeClr val="dk1"/>
              </a:buClr>
              <a:buSzPts val="1800"/>
              <a:buFont typeface="Noto Sans"/>
              <a:buChar char="•"/>
              <a:defRPr b="0" i="0" sz="1800" u="none" cap="none" strike="noStrike">
                <a:solidFill>
                  <a:schemeClr val="dk1"/>
                </a:solidFill>
                <a:latin typeface="Malgun Gothic"/>
                <a:ea typeface="Malgun Gothic"/>
                <a:cs typeface="Malgun Gothic"/>
                <a:sym typeface="Malgun Gothic"/>
              </a:defRPr>
            </a:lvl8pPr>
            <a:lvl9pPr indent="-342900" lvl="8" marL="4114800" marR="0" rtl="0" algn="l">
              <a:lnSpc>
                <a:spcPct val="90000"/>
              </a:lnSpc>
              <a:spcBef>
                <a:spcPts val="500"/>
              </a:spcBef>
              <a:spcAft>
                <a:spcPts val="0"/>
              </a:spcAft>
              <a:buClr>
                <a:schemeClr val="dk1"/>
              </a:buClr>
              <a:buSzPts val="1800"/>
              <a:buFont typeface="Noto Sans"/>
              <a:buChar char="•"/>
              <a:defRPr b="0" i="0" sz="1800" u="none" cap="none" strike="noStrike">
                <a:solidFill>
                  <a:schemeClr val="dk1"/>
                </a:solidFill>
                <a:latin typeface="Malgun Gothic"/>
                <a:ea typeface="Malgun Gothic"/>
                <a:cs typeface="Malgun Gothic"/>
                <a:sym typeface="Malgun Gothic"/>
              </a:defRPr>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슬라이드">
  <p:cSld name="제목 슬라이드">
    <p:spTree>
      <p:nvGrpSpPr>
        <p:cNvPr id="113" name="Shape 113"/>
        <p:cNvGrpSpPr/>
        <p:nvPr/>
      </p:nvGrpSpPr>
      <p:grpSpPr>
        <a:xfrm>
          <a:off x="0" y="0"/>
          <a:ext cx="0" cy="0"/>
          <a:chOff x="0" y="0"/>
          <a:chExt cx="0" cy="0"/>
        </a:xfrm>
      </p:grpSpPr>
      <p:sp>
        <p:nvSpPr>
          <p:cNvPr id="114" name="Google Shape;114;g3c200775b63_2_193"/>
          <p:cNvSpPr txBox="1"/>
          <p:nvPr>
            <p:ph type="title"/>
          </p:nvPr>
        </p:nvSpPr>
        <p:spPr>
          <a:xfrm>
            <a:off x="838200" y="413616"/>
            <a:ext cx="10515600" cy="854100"/>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Noto Sans KR"/>
              <a:buNone/>
              <a:defRPr b="0" i="0" sz="2800" u="none" cap="none" strike="noStrike">
                <a:solidFill>
                  <a:schemeClr val="lt1"/>
                </a:solidFill>
                <a:latin typeface="Noto Sans KR"/>
                <a:ea typeface="Noto Sans KR"/>
                <a:cs typeface="Noto Sans KR"/>
                <a:sym typeface="Noto Sans KR"/>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5" name="Google Shape;115;g3c200775b63_2_193"/>
          <p:cNvSpPr txBox="1"/>
          <p:nvPr>
            <p:ph idx="1" type="body"/>
          </p:nvPr>
        </p:nvSpPr>
        <p:spPr>
          <a:xfrm>
            <a:off x="838200" y="1474932"/>
            <a:ext cx="10515600" cy="6303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1000"/>
              </a:spcBef>
              <a:spcAft>
                <a:spcPts val="0"/>
              </a:spcAft>
              <a:buClr>
                <a:schemeClr val="lt1"/>
              </a:buClr>
              <a:buSzPts val="1800"/>
              <a:buFont typeface="Noto Sans"/>
              <a:buNone/>
              <a:defRPr b="0" i="0" sz="1800" u="none" cap="none" strike="noStrike">
                <a:solidFill>
                  <a:schemeClr val="lt1"/>
                </a:solidFill>
                <a:latin typeface="Noto Sans KR"/>
                <a:ea typeface="Noto Sans KR"/>
                <a:cs typeface="Noto Sans KR"/>
                <a:sym typeface="Noto Sans KR"/>
              </a:defRPr>
            </a:lvl1pPr>
            <a:lvl2pPr indent="-381000" lvl="1" marL="914400" marR="0" rtl="0" algn="l">
              <a:lnSpc>
                <a:spcPct val="90000"/>
              </a:lnSpc>
              <a:spcBef>
                <a:spcPts val="500"/>
              </a:spcBef>
              <a:spcAft>
                <a:spcPts val="0"/>
              </a:spcAft>
              <a:buClr>
                <a:schemeClr val="lt1"/>
              </a:buClr>
              <a:buSzPts val="2400"/>
              <a:buFont typeface="Noto Sans"/>
              <a:buChar char="•"/>
              <a:defRPr b="0" i="0" sz="2400" u="none" cap="none" strike="noStrike">
                <a:solidFill>
                  <a:schemeClr val="lt1"/>
                </a:solidFill>
                <a:latin typeface="Noto Sans KR"/>
                <a:ea typeface="Noto Sans KR"/>
                <a:cs typeface="Noto Sans KR"/>
                <a:sym typeface="Noto Sans KR"/>
              </a:defRPr>
            </a:lvl2pPr>
            <a:lvl3pPr indent="-355600" lvl="2" marL="1371600" marR="0" rtl="0" algn="l">
              <a:lnSpc>
                <a:spcPct val="90000"/>
              </a:lnSpc>
              <a:spcBef>
                <a:spcPts val="500"/>
              </a:spcBef>
              <a:spcAft>
                <a:spcPts val="0"/>
              </a:spcAft>
              <a:buClr>
                <a:schemeClr val="lt1"/>
              </a:buClr>
              <a:buSzPts val="2000"/>
              <a:buFont typeface="Noto Sans"/>
              <a:buChar char="•"/>
              <a:defRPr b="0" i="0" sz="2000" u="none" cap="none" strike="noStrike">
                <a:solidFill>
                  <a:schemeClr val="lt1"/>
                </a:solidFill>
                <a:latin typeface="Noto Sans KR"/>
                <a:ea typeface="Noto Sans KR"/>
                <a:cs typeface="Noto Sans KR"/>
                <a:sym typeface="Noto Sans KR"/>
              </a:defRPr>
            </a:lvl3pPr>
            <a:lvl4pPr indent="-342900" lvl="3" marL="1828800" marR="0" rtl="0" algn="l">
              <a:lnSpc>
                <a:spcPct val="90000"/>
              </a:lnSpc>
              <a:spcBef>
                <a:spcPts val="500"/>
              </a:spcBef>
              <a:spcAft>
                <a:spcPts val="0"/>
              </a:spcAft>
              <a:buClr>
                <a:schemeClr val="lt1"/>
              </a:buClr>
              <a:buSzPts val="1800"/>
              <a:buFont typeface="Noto Sans"/>
              <a:buChar char="•"/>
              <a:defRPr b="0" i="0" sz="1800" u="none" cap="none" strike="noStrike">
                <a:solidFill>
                  <a:schemeClr val="lt1"/>
                </a:solidFill>
                <a:latin typeface="Noto Sans KR"/>
                <a:ea typeface="Noto Sans KR"/>
                <a:cs typeface="Noto Sans KR"/>
                <a:sym typeface="Noto Sans KR"/>
              </a:defRPr>
            </a:lvl4pPr>
            <a:lvl5pPr indent="-342900" lvl="4" marL="2286000" marR="0" rtl="0" algn="l">
              <a:lnSpc>
                <a:spcPct val="90000"/>
              </a:lnSpc>
              <a:spcBef>
                <a:spcPts val="500"/>
              </a:spcBef>
              <a:spcAft>
                <a:spcPts val="0"/>
              </a:spcAft>
              <a:buClr>
                <a:schemeClr val="lt1"/>
              </a:buClr>
              <a:buSzPts val="1800"/>
              <a:buFont typeface="Noto Sans"/>
              <a:buChar char="•"/>
              <a:defRPr b="0" i="0" sz="1800" u="none" cap="none" strike="noStrike">
                <a:solidFill>
                  <a:schemeClr val="lt1"/>
                </a:solidFill>
                <a:latin typeface="Noto Sans KR"/>
                <a:ea typeface="Noto Sans KR"/>
                <a:cs typeface="Noto Sans KR"/>
                <a:sym typeface="Noto Sans KR"/>
              </a:defRPr>
            </a:lvl5pPr>
            <a:lvl6pPr indent="-342900" lvl="5" marL="2743200" marR="0" rtl="0" algn="l">
              <a:lnSpc>
                <a:spcPct val="90000"/>
              </a:lnSpc>
              <a:spcBef>
                <a:spcPts val="500"/>
              </a:spcBef>
              <a:spcAft>
                <a:spcPts val="0"/>
              </a:spcAft>
              <a:buClr>
                <a:schemeClr val="dk1"/>
              </a:buClr>
              <a:buSzPts val="1800"/>
              <a:buFont typeface="Noto Sans"/>
              <a:buChar char="•"/>
              <a:defRPr b="0" i="0" sz="1800" u="none" cap="none" strike="noStrike">
                <a:solidFill>
                  <a:schemeClr val="dk1"/>
                </a:solidFill>
                <a:latin typeface="Malgun Gothic"/>
                <a:ea typeface="Malgun Gothic"/>
                <a:cs typeface="Malgun Gothic"/>
                <a:sym typeface="Malgun Gothic"/>
              </a:defRPr>
            </a:lvl6pPr>
            <a:lvl7pPr indent="-342900" lvl="6" marL="3200400" marR="0" rtl="0" algn="l">
              <a:lnSpc>
                <a:spcPct val="90000"/>
              </a:lnSpc>
              <a:spcBef>
                <a:spcPts val="500"/>
              </a:spcBef>
              <a:spcAft>
                <a:spcPts val="0"/>
              </a:spcAft>
              <a:buClr>
                <a:schemeClr val="dk1"/>
              </a:buClr>
              <a:buSzPts val="1800"/>
              <a:buFont typeface="Noto Sans"/>
              <a:buChar char="•"/>
              <a:defRPr b="0" i="0" sz="1800" u="none" cap="none" strike="noStrike">
                <a:solidFill>
                  <a:schemeClr val="dk1"/>
                </a:solidFill>
                <a:latin typeface="Malgun Gothic"/>
                <a:ea typeface="Malgun Gothic"/>
                <a:cs typeface="Malgun Gothic"/>
                <a:sym typeface="Malgun Gothic"/>
              </a:defRPr>
            </a:lvl7pPr>
            <a:lvl8pPr indent="-342900" lvl="7" marL="3657600" marR="0" rtl="0" algn="l">
              <a:lnSpc>
                <a:spcPct val="90000"/>
              </a:lnSpc>
              <a:spcBef>
                <a:spcPts val="500"/>
              </a:spcBef>
              <a:spcAft>
                <a:spcPts val="0"/>
              </a:spcAft>
              <a:buClr>
                <a:schemeClr val="dk1"/>
              </a:buClr>
              <a:buSzPts val="1800"/>
              <a:buFont typeface="Noto Sans"/>
              <a:buChar char="•"/>
              <a:defRPr b="0" i="0" sz="1800" u="none" cap="none" strike="noStrike">
                <a:solidFill>
                  <a:schemeClr val="dk1"/>
                </a:solidFill>
                <a:latin typeface="Malgun Gothic"/>
                <a:ea typeface="Malgun Gothic"/>
                <a:cs typeface="Malgun Gothic"/>
                <a:sym typeface="Malgun Gothic"/>
              </a:defRPr>
            </a:lvl8pPr>
            <a:lvl9pPr indent="-342900" lvl="8" marL="4114800" marR="0" rtl="0" algn="l">
              <a:lnSpc>
                <a:spcPct val="90000"/>
              </a:lnSpc>
              <a:spcBef>
                <a:spcPts val="500"/>
              </a:spcBef>
              <a:spcAft>
                <a:spcPts val="0"/>
              </a:spcAft>
              <a:buClr>
                <a:schemeClr val="dk1"/>
              </a:buClr>
              <a:buSzPts val="1800"/>
              <a:buFont typeface="Noto Sans"/>
              <a:buChar char="•"/>
              <a:defRPr b="0" i="0" sz="1800" u="none" cap="none" strike="noStrike">
                <a:solidFill>
                  <a:schemeClr val="dk1"/>
                </a:solidFill>
                <a:latin typeface="Malgun Gothic"/>
                <a:ea typeface="Malgun Gothic"/>
                <a:cs typeface="Malgun Gothic"/>
                <a:sym typeface="Malgun Gothic"/>
              </a:defRPr>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_02">
  <p:cSld name="sub_02">
    <p:bg>
      <p:bgPr>
        <a:blipFill>
          <a:blip r:embed="rId2">
            <a:alphaModFix/>
          </a:blip>
          <a:stretch>
            <a:fillRect/>
          </a:stretch>
        </a:blipFill>
      </p:bgPr>
    </p:bg>
    <p:spTree>
      <p:nvGrpSpPr>
        <p:cNvPr id="116" name="Shape 116"/>
        <p:cNvGrpSpPr/>
        <p:nvPr/>
      </p:nvGrpSpPr>
      <p:grpSpPr>
        <a:xfrm>
          <a:off x="0" y="0"/>
          <a:ext cx="0" cy="0"/>
          <a:chOff x="0" y="0"/>
          <a:chExt cx="0" cy="0"/>
        </a:xfrm>
      </p:grpSpPr>
      <p:sp>
        <p:nvSpPr>
          <p:cNvPr id="117" name="Google Shape;117;g3c200775b63_2_199"/>
          <p:cNvSpPr txBox="1"/>
          <p:nvPr>
            <p:ph type="title"/>
          </p:nvPr>
        </p:nvSpPr>
        <p:spPr>
          <a:xfrm>
            <a:off x="838200" y="413616"/>
            <a:ext cx="10515600" cy="854100"/>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lt1"/>
              </a:buClr>
              <a:buSzPts val="2800"/>
              <a:buFont typeface="Noto Sans KR"/>
              <a:buNone/>
              <a:defRPr b="0" i="0" sz="2800" u="none" cap="none" strike="noStrike">
                <a:solidFill>
                  <a:schemeClr val="lt1"/>
                </a:solidFill>
                <a:latin typeface="Noto Sans KR"/>
                <a:ea typeface="Noto Sans KR"/>
                <a:cs typeface="Noto Sans KR"/>
                <a:sym typeface="Noto Sans KR"/>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8" name="Google Shape;118;g3c200775b63_2_199"/>
          <p:cNvSpPr txBox="1"/>
          <p:nvPr>
            <p:ph idx="1" type="body"/>
          </p:nvPr>
        </p:nvSpPr>
        <p:spPr>
          <a:xfrm>
            <a:off x="838200" y="1474932"/>
            <a:ext cx="10515600" cy="630300"/>
          </a:xfrm>
          <a:prstGeom prst="rect">
            <a:avLst/>
          </a:prstGeom>
          <a:noFill/>
          <a:ln>
            <a:noFill/>
          </a:ln>
        </p:spPr>
        <p:txBody>
          <a:bodyPr anchorCtr="0" anchor="ctr" bIns="45700" lIns="91425" spcFirstLastPara="1" rIns="91425" wrap="square" tIns="45700">
            <a:noAutofit/>
          </a:bodyPr>
          <a:lstStyle>
            <a:lvl1pPr indent="-228600" lvl="0" marL="457200" marR="0" rtl="0" algn="l">
              <a:lnSpc>
                <a:spcPct val="90000"/>
              </a:lnSpc>
              <a:spcBef>
                <a:spcPts val="1000"/>
              </a:spcBef>
              <a:spcAft>
                <a:spcPts val="0"/>
              </a:spcAft>
              <a:buClr>
                <a:schemeClr val="lt1"/>
              </a:buClr>
              <a:buSzPts val="1800"/>
              <a:buFont typeface="Noto Sans"/>
              <a:buNone/>
              <a:defRPr b="0" i="0" sz="1800" u="none" cap="none" strike="noStrike">
                <a:solidFill>
                  <a:schemeClr val="lt1"/>
                </a:solidFill>
                <a:latin typeface="Noto Sans KR"/>
                <a:ea typeface="Noto Sans KR"/>
                <a:cs typeface="Noto Sans KR"/>
                <a:sym typeface="Noto Sans KR"/>
              </a:defRPr>
            </a:lvl1pPr>
            <a:lvl2pPr indent="-381000" lvl="1" marL="914400" marR="0" rtl="0" algn="l">
              <a:lnSpc>
                <a:spcPct val="90000"/>
              </a:lnSpc>
              <a:spcBef>
                <a:spcPts val="500"/>
              </a:spcBef>
              <a:spcAft>
                <a:spcPts val="0"/>
              </a:spcAft>
              <a:buClr>
                <a:schemeClr val="lt1"/>
              </a:buClr>
              <a:buSzPts val="2400"/>
              <a:buFont typeface="Noto Sans"/>
              <a:buChar char="•"/>
              <a:defRPr b="0" i="0" sz="2400" u="none" cap="none" strike="noStrike">
                <a:solidFill>
                  <a:schemeClr val="lt1"/>
                </a:solidFill>
                <a:latin typeface="Noto Sans KR"/>
                <a:ea typeface="Noto Sans KR"/>
                <a:cs typeface="Noto Sans KR"/>
                <a:sym typeface="Noto Sans KR"/>
              </a:defRPr>
            </a:lvl2pPr>
            <a:lvl3pPr indent="-355600" lvl="2" marL="1371600" marR="0" rtl="0" algn="l">
              <a:lnSpc>
                <a:spcPct val="90000"/>
              </a:lnSpc>
              <a:spcBef>
                <a:spcPts val="500"/>
              </a:spcBef>
              <a:spcAft>
                <a:spcPts val="0"/>
              </a:spcAft>
              <a:buClr>
                <a:schemeClr val="lt1"/>
              </a:buClr>
              <a:buSzPts val="2000"/>
              <a:buFont typeface="Noto Sans"/>
              <a:buChar char="•"/>
              <a:defRPr b="0" i="0" sz="2000" u="none" cap="none" strike="noStrike">
                <a:solidFill>
                  <a:schemeClr val="lt1"/>
                </a:solidFill>
                <a:latin typeface="Noto Sans KR"/>
                <a:ea typeface="Noto Sans KR"/>
                <a:cs typeface="Noto Sans KR"/>
                <a:sym typeface="Noto Sans KR"/>
              </a:defRPr>
            </a:lvl3pPr>
            <a:lvl4pPr indent="-342900" lvl="3" marL="1828800" marR="0" rtl="0" algn="l">
              <a:lnSpc>
                <a:spcPct val="90000"/>
              </a:lnSpc>
              <a:spcBef>
                <a:spcPts val="500"/>
              </a:spcBef>
              <a:spcAft>
                <a:spcPts val="0"/>
              </a:spcAft>
              <a:buClr>
                <a:schemeClr val="lt1"/>
              </a:buClr>
              <a:buSzPts val="1800"/>
              <a:buFont typeface="Noto Sans"/>
              <a:buChar char="•"/>
              <a:defRPr b="0" i="0" sz="1800" u="none" cap="none" strike="noStrike">
                <a:solidFill>
                  <a:schemeClr val="lt1"/>
                </a:solidFill>
                <a:latin typeface="Noto Sans KR"/>
                <a:ea typeface="Noto Sans KR"/>
                <a:cs typeface="Noto Sans KR"/>
                <a:sym typeface="Noto Sans KR"/>
              </a:defRPr>
            </a:lvl4pPr>
            <a:lvl5pPr indent="-342900" lvl="4" marL="2286000" marR="0" rtl="0" algn="l">
              <a:lnSpc>
                <a:spcPct val="90000"/>
              </a:lnSpc>
              <a:spcBef>
                <a:spcPts val="500"/>
              </a:spcBef>
              <a:spcAft>
                <a:spcPts val="0"/>
              </a:spcAft>
              <a:buClr>
                <a:schemeClr val="lt1"/>
              </a:buClr>
              <a:buSzPts val="1800"/>
              <a:buFont typeface="Noto Sans"/>
              <a:buChar char="•"/>
              <a:defRPr b="0" i="0" sz="1800" u="none" cap="none" strike="noStrike">
                <a:solidFill>
                  <a:schemeClr val="lt1"/>
                </a:solidFill>
                <a:latin typeface="Noto Sans KR"/>
                <a:ea typeface="Noto Sans KR"/>
                <a:cs typeface="Noto Sans KR"/>
                <a:sym typeface="Noto Sans KR"/>
              </a:defRPr>
            </a:lvl5pPr>
            <a:lvl6pPr indent="-342900" lvl="5" marL="2743200" marR="0" rtl="0" algn="l">
              <a:lnSpc>
                <a:spcPct val="90000"/>
              </a:lnSpc>
              <a:spcBef>
                <a:spcPts val="500"/>
              </a:spcBef>
              <a:spcAft>
                <a:spcPts val="0"/>
              </a:spcAft>
              <a:buClr>
                <a:schemeClr val="dk1"/>
              </a:buClr>
              <a:buSzPts val="1800"/>
              <a:buFont typeface="Noto Sans"/>
              <a:buChar char="•"/>
              <a:defRPr b="0" i="0" sz="1800" u="none" cap="none" strike="noStrike">
                <a:solidFill>
                  <a:schemeClr val="dk1"/>
                </a:solidFill>
                <a:latin typeface="Malgun Gothic"/>
                <a:ea typeface="Malgun Gothic"/>
                <a:cs typeface="Malgun Gothic"/>
                <a:sym typeface="Malgun Gothic"/>
              </a:defRPr>
            </a:lvl6pPr>
            <a:lvl7pPr indent="-342900" lvl="6" marL="3200400" marR="0" rtl="0" algn="l">
              <a:lnSpc>
                <a:spcPct val="90000"/>
              </a:lnSpc>
              <a:spcBef>
                <a:spcPts val="500"/>
              </a:spcBef>
              <a:spcAft>
                <a:spcPts val="0"/>
              </a:spcAft>
              <a:buClr>
                <a:schemeClr val="dk1"/>
              </a:buClr>
              <a:buSzPts val="1800"/>
              <a:buFont typeface="Noto Sans"/>
              <a:buChar char="•"/>
              <a:defRPr b="0" i="0" sz="1800" u="none" cap="none" strike="noStrike">
                <a:solidFill>
                  <a:schemeClr val="dk1"/>
                </a:solidFill>
                <a:latin typeface="Malgun Gothic"/>
                <a:ea typeface="Malgun Gothic"/>
                <a:cs typeface="Malgun Gothic"/>
                <a:sym typeface="Malgun Gothic"/>
              </a:defRPr>
            </a:lvl7pPr>
            <a:lvl8pPr indent="-342900" lvl="7" marL="3657600" marR="0" rtl="0" algn="l">
              <a:lnSpc>
                <a:spcPct val="90000"/>
              </a:lnSpc>
              <a:spcBef>
                <a:spcPts val="500"/>
              </a:spcBef>
              <a:spcAft>
                <a:spcPts val="0"/>
              </a:spcAft>
              <a:buClr>
                <a:schemeClr val="dk1"/>
              </a:buClr>
              <a:buSzPts val="1800"/>
              <a:buFont typeface="Noto Sans"/>
              <a:buChar char="•"/>
              <a:defRPr b="0" i="0" sz="1800" u="none" cap="none" strike="noStrike">
                <a:solidFill>
                  <a:schemeClr val="dk1"/>
                </a:solidFill>
                <a:latin typeface="Malgun Gothic"/>
                <a:ea typeface="Malgun Gothic"/>
                <a:cs typeface="Malgun Gothic"/>
                <a:sym typeface="Malgun Gothic"/>
              </a:defRPr>
            </a:lvl8pPr>
            <a:lvl9pPr indent="-342900" lvl="8" marL="4114800" marR="0" rtl="0" algn="l">
              <a:lnSpc>
                <a:spcPct val="90000"/>
              </a:lnSpc>
              <a:spcBef>
                <a:spcPts val="500"/>
              </a:spcBef>
              <a:spcAft>
                <a:spcPts val="0"/>
              </a:spcAft>
              <a:buClr>
                <a:schemeClr val="dk1"/>
              </a:buClr>
              <a:buSzPts val="1800"/>
              <a:buFont typeface="Noto Sans"/>
              <a:buChar char="•"/>
              <a:defRPr b="0" i="0" sz="1800" u="none" cap="none" strike="noStrike">
                <a:solidFill>
                  <a:schemeClr val="dk1"/>
                </a:solidFill>
                <a:latin typeface="Malgun Gothic"/>
                <a:ea typeface="Malgun Gothic"/>
                <a:cs typeface="Malgun Gothic"/>
                <a:sym typeface="Malgun Gothic"/>
              </a:defRPr>
            </a:lvl9pPr>
          </a:lstStyle>
          <a:p/>
        </p:txBody>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6.png"/><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slideLayout" Target="../slideLayouts/slideLayout1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16.png"/><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slideLayout" Target="../slideLayouts/slideLayout17.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41"/>
          <p:cNvSpPr txBox="1"/>
          <p:nvPr>
            <p:ph type="title"/>
          </p:nvPr>
        </p:nvSpPr>
        <p:spPr>
          <a:xfrm>
            <a:off x="838202"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Malgun Gothic"/>
              <a:buNone/>
              <a:defRPr b="0" i="0" sz="4400" u="none" cap="none" strike="noStrike">
                <a:solidFill>
                  <a:schemeClr val="dk1"/>
                </a:solidFill>
                <a:latin typeface="Malgun Gothic"/>
                <a:ea typeface="Malgun Gothic"/>
                <a:cs typeface="Malgun Gothic"/>
                <a:sym typeface="Malgun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41"/>
          <p:cNvSpPr txBox="1"/>
          <p:nvPr>
            <p:ph idx="1" type="body"/>
          </p:nvPr>
        </p:nvSpPr>
        <p:spPr>
          <a:xfrm>
            <a:off x="838202"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1"/>
              </a:spcBef>
              <a:spcAft>
                <a:spcPts val="0"/>
              </a:spcAft>
              <a:buClr>
                <a:schemeClr val="dk1"/>
              </a:buClr>
              <a:buSzPts val="2800"/>
              <a:buFont typeface="Arial"/>
              <a:buChar char="•"/>
              <a:defRPr b="0" i="0" sz="2800" u="none" cap="none" strike="noStrike">
                <a:solidFill>
                  <a:schemeClr val="dk1"/>
                </a:solidFill>
                <a:latin typeface="Malgun Gothic"/>
                <a:ea typeface="Malgun Gothic"/>
                <a:cs typeface="Malgun Gothic"/>
                <a:sym typeface="Malgun Gothic"/>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Malgun Gothic"/>
                <a:ea typeface="Malgun Gothic"/>
                <a:cs typeface="Malgun Gothic"/>
                <a:sym typeface="Malgun Gothic"/>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Malgun Gothic"/>
                <a:ea typeface="Malgun Gothic"/>
                <a:cs typeface="Malgun Gothic"/>
                <a:sym typeface="Malgun Gothic"/>
              </a:defRPr>
            </a:lvl3pPr>
            <a:lvl4pPr indent="-342963" lvl="3" marL="1828800" marR="0" rtl="0" algn="l">
              <a:lnSpc>
                <a:spcPct val="90000"/>
              </a:lnSpc>
              <a:spcBef>
                <a:spcPts val="500"/>
              </a:spcBef>
              <a:spcAft>
                <a:spcPts val="0"/>
              </a:spcAft>
              <a:buClr>
                <a:schemeClr val="dk1"/>
              </a:buClr>
              <a:buSzPts val="1801"/>
              <a:buFont typeface="Arial"/>
              <a:buChar char="•"/>
              <a:defRPr b="0" i="0" sz="1801" u="none" cap="none" strike="noStrike">
                <a:solidFill>
                  <a:schemeClr val="dk1"/>
                </a:solidFill>
                <a:latin typeface="Malgun Gothic"/>
                <a:ea typeface="Malgun Gothic"/>
                <a:cs typeface="Malgun Gothic"/>
                <a:sym typeface="Malgun Gothic"/>
              </a:defRPr>
            </a:lvl4pPr>
            <a:lvl5pPr indent="-342964" lvl="4" marL="2286000" marR="0" rtl="0" algn="l">
              <a:lnSpc>
                <a:spcPct val="90000"/>
              </a:lnSpc>
              <a:spcBef>
                <a:spcPts val="500"/>
              </a:spcBef>
              <a:spcAft>
                <a:spcPts val="0"/>
              </a:spcAft>
              <a:buClr>
                <a:schemeClr val="dk1"/>
              </a:buClr>
              <a:buSzPts val="1801"/>
              <a:buFont typeface="Arial"/>
              <a:buChar char="•"/>
              <a:defRPr b="0" i="0" sz="1801" u="none" cap="none" strike="noStrike">
                <a:solidFill>
                  <a:schemeClr val="dk1"/>
                </a:solidFill>
                <a:latin typeface="Malgun Gothic"/>
                <a:ea typeface="Malgun Gothic"/>
                <a:cs typeface="Malgun Gothic"/>
                <a:sym typeface="Malgun Gothic"/>
              </a:defRPr>
            </a:lvl5pPr>
            <a:lvl6pPr indent="-342964" lvl="5" marL="2743200" marR="0" rtl="0" algn="l">
              <a:lnSpc>
                <a:spcPct val="90000"/>
              </a:lnSpc>
              <a:spcBef>
                <a:spcPts val="500"/>
              </a:spcBef>
              <a:spcAft>
                <a:spcPts val="0"/>
              </a:spcAft>
              <a:buClr>
                <a:schemeClr val="dk1"/>
              </a:buClr>
              <a:buSzPts val="1801"/>
              <a:buFont typeface="Arial"/>
              <a:buChar char="•"/>
              <a:defRPr b="0" i="0" sz="1801" u="none" cap="none" strike="noStrike">
                <a:solidFill>
                  <a:schemeClr val="dk1"/>
                </a:solidFill>
                <a:latin typeface="Malgun Gothic"/>
                <a:ea typeface="Malgun Gothic"/>
                <a:cs typeface="Malgun Gothic"/>
                <a:sym typeface="Malgun Gothic"/>
              </a:defRPr>
            </a:lvl6pPr>
            <a:lvl7pPr indent="-342964" lvl="6" marL="3200400" marR="0" rtl="0" algn="l">
              <a:lnSpc>
                <a:spcPct val="90000"/>
              </a:lnSpc>
              <a:spcBef>
                <a:spcPts val="500"/>
              </a:spcBef>
              <a:spcAft>
                <a:spcPts val="0"/>
              </a:spcAft>
              <a:buClr>
                <a:schemeClr val="dk1"/>
              </a:buClr>
              <a:buSzPts val="1801"/>
              <a:buFont typeface="Arial"/>
              <a:buChar char="•"/>
              <a:defRPr b="0" i="0" sz="1801" u="none" cap="none" strike="noStrike">
                <a:solidFill>
                  <a:schemeClr val="dk1"/>
                </a:solidFill>
                <a:latin typeface="Malgun Gothic"/>
                <a:ea typeface="Malgun Gothic"/>
                <a:cs typeface="Malgun Gothic"/>
                <a:sym typeface="Malgun Gothic"/>
              </a:defRPr>
            </a:lvl7pPr>
            <a:lvl8pPr indent="-342964" lvl="7" marL="3657600" marR="0" rtl="0" algn="l">
              <a:lnSpc>
                <a:spcPct val="90000"/>
              </a:lnSpc>
              <a:spcBef>
                <a:spcPts val="500"/>
              </a:spcBef>
              <a:spcAft>
                <a:spcPts val="0"/>
              </a:spcAft>
              <a:buClr>
                <a:schemeClr val="dk1"/>
              </a:buClr>
              <a:buSzPts val="1801"/>
              <a:buFont typeface="Arial"/>
              <a:buChar char="•"/>
              <a:defRPr b="0" i="0" sz="1801" u="none" cap="none" strike="noStrike">
                <a:solidFill>
                  <a:schemeClr val="dk1"/>
                </a:solidFill>
                <a:latin typeface="Malgun Gothic"/>
                <a:ea typeface="Malgun Gothic"/>
                <a:cs typeface="Malgun Gothic"/>
                <a:sym typeface="Malgun Gothic"/>
              </a:defRPr>
            </a:lvl8pPr>
            <a:lvl9pPr indent="-342964" lvl="8" marL="4114800" marR="0" rtl="0" algn="l">
              <a:lnSpc>
                <a:spcPct val="90000"/>
              </a:lnSpc>
              <a:spcBef>
                <a:spcPts val="500"/>
              </a:spcBef>
              <a:spcAft>
                <a:spcPts val="0"/>
              </a:spcAft>
              <a:buClr>
                <a:schemeClr val="dk1"/>
              </a:buClr>
              <a:buSzPts val="1801"/>
              <a:buFont typeface="Arial"/>
              <a:buChar char="•"/>
              <a:defRPr b="0" i="0" sz="1801" u="none" cap="none" strike="noStrike">
                <a:solidFill>
                  <a:schemeClr val="dk1"/>
                </a:solidFill>
                <a:latin typeface="Malgun Gothic"/>
                <a:ea typeface="Malgun Gothic"/>
                <a:cs typeface="Malgun Gothic"/>
                <a:sym typeface="Malgun Gothic"/>
              </a:defRPr>
            </a:lvl9pPr>
          </a:lstStyle>
          <a:p/>
        </p:txBody>
      </p:sp>
      <p:sp>
        <p:nvSpPr>
          <p:cNvPr id="12" name="Google Shape;12;p41"/>
          <p:cNvSpPr txBox="1"/>
          <p:nvPr>
            <p:ph idx="10" type="dt"/>
          </p:nvPr>
        </p:nvSpPr>
        <p:spPr>
          <a:xfrm>
            <a:off x="838201" y="6356351"/>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Malgun Gothic"/>
                <a:ea typeface="Malgun Gothic"/>
                <a:cs typeface="Malgun Gothic"/>
                <a:sym typeface="Malgun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9pPr>
          </a:lstStyle>
          <a:p/>
        </p:txBody>
      </p:sp>
      <p:sp>
        <p:nvSpPr>
          <p:cNvPr id="13" name="Google Shape;13;p41"/>
          <p:cNvSpPr txBox="1"/>
          <p:nvPr>
            <p:ph idx="11" type="ftr"/>
          </p:nvPr>
        </p:nvSpPr>
        <p:spPr>
          <a:xfrm>
            <a:off x="4038602" y="6356351"/>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Malgun Gothic"/>
                <a:ea typeface="Malgun Gothic"/>
                <a:cs typeface="Malgun Gothic"/>
                <a:sym typeface="Malgun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Malgun Gothic"/>
                <a:ea typeface="Malgun Gothic"/>
                <a:cs typeface="Malgun Gothic"/>
                <a:sym typeface="Malgun Gothic"/>
              </a:defRPr>
            </a:lvl9pPr>
          </a:lstStyle>
          <a:p/>
        </p:txBody>
      </p:sp>
      <p:sp>
        <p:nvSpPr>
          <p:cNvPr id="14" name="Google Shape;14;p41"/>
          <p:cNvSpPr txBox="1"/>
          <p:nvPr>
            <p:ph idx="12" type="sldNum"/>
          </p:nvPr>
        </p:nvSpPr>
        <p:spPr>
          <a:xfrm>
            <a:off x="8610601" y="6356351"/>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Malgun Gothic"/>
                <a:ea typeface="Malgun Gothic"/>
                <a:cs typeface="Malgun Gothic"/>
                <a:sym typeface="Malgun Gothic"/>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1" name="Shape 91"/>
        <p:cNvGrpSpPr/>
        <p:nvPr/>
      </p:nvGrpSpPr>
      <p:grpSpPr>
        <a:xfrm>
          <a:off x="0" y="0"/>
          <a:ext cx="0" cy="0"/>
          <a:chOff x="0" y="0"/>
          <a:chExt cx="0" cy="0"/>
        </a:xfrm>
      </p:grpSpPr>
      <p:pic>
        <p:nvPicPr>
          <p:cNvPr id="92" name="Google Shape;92;g3c200775b63_2_150"/>
          <p:cNvPicPr preferRelativeResize="0"/>
          <p:nvPr/>
        </p:nvPicPr>
        <p:blipFill rotWithShape="1">
          <a:blip r:embed="rId1">
            <a:alphaModFix/>
          </a:blip>
          <a:srcRect b="0" l="19465" r="0" t="0"/>
          <a:stretch/>
        </p:blipFill>
        <p:spPr>
          <a:xfrm>
            <a:off x="0" y="0"/>
            <a:ext cx="12192000" cy="6858000"/>
          </a:xfrm>
          <a:prstGeom prst="rect">
            <a:avLst/>
          </a:prstGeom>
          <a:noFill/>
          <a:ln>
            <a:noFill/>
          </a:ln>
        </p:spPr>
      </p:pic>
      <p:sp>
        <p:nvSpPr>
          <p:cNvPr id="93" name="Google Shape;93;g3c200775b63_2_150"/>
          <p:cNvSpPr txBox="1"/>
          <p:nvPr/>
        </p:nvSpPr>
        <p:spPr>
          <a:xfrm>
            <a:off x="680044" y="6321356"/>
            <a:ext cx="4287300" cy="215400"/>
          </a:xfrm>
          <a:prstGeom prst="rect">
            <a:avLst/>
          </a:prstGeom>
          <a:noFill/>
          <a:ln>
            <a:noFill/>
          </a:ln>
        </p:spPr>
        <p:txBody>
          <a:bodyPr anchorCtr="0" anchor="ctr" bIns="45700" lIns="91425" spcFirstLastPara="1" rIns="91425" wrap="square" tIns="45700">
            <a:spAutoFit/>
          </a:bodyPr>
          <a:lstStyle/>
          <a:p>
            <a:pPr indent="0" lvl="0" marL="0" marR="0" rtl="0" algn="l">
              <a:lnSpc>
                <a:spcPct val="200000"/>
              </a:lnSpc>
              <a:spcBef>
                <a:spcPts val="0"/>
              </a:spcBef>
              <a:spcAft>
                <a:spcPts val="0"/>
              </a:spcAft>
              <a:buClr>
                <a:srgbClr val="000000"/>
              </a:buClr>
              <a:buSzPts val="800"/>
              <a:buFont typeface="Arial"/>
              <a:buNone/>
            </a:pPr>
            <a:r>
              <a:rPr b="0" i="0" lang="en-US" sz="800" u="none" cap="none" strike="noStrike">
                <a:solidFill>
                  <a:schemeClr val="lt1"/>
                </a:solidFill>
                <a:latin typeface="Noto Sans KR"/>
                <a:ea typeface="Noto Sans KR"/>
                <a:cs typeface="Noto Sans KR"/>
                <a:sym typeface="Noto Sans KR"/>
              </a:rPr>
              <a:t>Copyright 2025 © MegazoneCloud  CORP. ALL RIGHTS RESERVED.</a:t>
            </a:r>
            <a:endParaRPr b="0" i="0" sz="800" u="none" cap="none" strike="noStrike">
              <a:solidFill>
                <a:schemeClr val="lt1"/>
              </a:solidFill>
              <a:latin typeface="Noto Sans KR"/>
              <a:ea typeface="Noto Sans KR"/>
              <a:cs typeface="Noto Sans KR"/>
              <a:sym typeface="Noto Sans KR"/>
            </a:endParaRPr>
          </a:p>
        </p:txBody>
      </p:sp>
      <p:pic>
        <p:nvPicPr>
          <p:cNvPr id="94" name="Google Shape;94;g3c200775b63_2_150"/>
          <p:cNvPicPr preferRelativeResize="0"/>
          <p:nvPr/>
        </p:nvPicPr>
        <p:blipFill rotWithShape="1">
          <a:blip r:embed="rId2">
            <a:alphaModFix/>
          </a:blip>
          <a:srcRect b="0" l="0" r="0" t="0"/>
          <a:stretch/>
        </p:blipFill>
        <p:spPr>
          <a:xfrm>
            <a:off x="10152754" y="6308724"/>
            <a:ext cx="1276753" cy="325723"/>
          </a:xfrm>
          <a:prstGeom prst="rect">
            <a:avLst/>
          </a:prstGeom>
          <a:noFill/>
          <a:ln>
            <a:noFill/>
          </a:ln>
        </p:spPr>
      </p:pic>
      <p:pic>
        <p:nvPicPr>
          <p:cNvPr id="95" name="Google Shape;95;g3c200775b63_2_150"/>
          <p:cNvPicPr preferRelativeResize="0"/>
          <p:nvPr/>
        </p:nvPicPr>
        <p:blipFill rotWithShape="1">
          <a:blip r:embed="rId3">
            <a:alphaModFix/>
          </a:blip>
          <a:srcRect b="0" l="0" r="0" t="0"/>
          <a:stretch/>
        </p:blipFill>
        <p:spPr>
          <a:xfrm>
            <a:off x="9938755" y="494767"/>
            <a:ext cx="1555049" cy="393509"/>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3" r:id="rId4"/>
    <p:sldLayoutId id="2147483664" r:id="rId5"/>
    <p:sldLayoutId id="2147483665"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5" name="Shape 105"/>
        <p:cNvGrpSpPr/>
        <p:nvPr/>
      </p:nvGrpSpPr>
      <p:grpSpPr>
        <a:xfrm>
          <a:off x="0" y="0"/>
          <a:ext cx="0" cy="0"/>
          <a:chOff x="0" y="0"/>
          <a:chExt cx="0" cy="0"/>
        </a:xfrm>
      </p:grpSpPr>
      <p:pic>
        <p:nvPicPr>
          <p:cNvPr id="106" name="Google Shape;106;g3c200775b63_2_188"/>
          <p:cNvPicPr preferRelativeResize="0"/>
          <p:nvPr/>
        </p:nvPicPr>
        <p:blipFill rotWithShape="1">
          <a:blip r:embed="rId1">
            <a:alphaModFix/>
          </a:blip>
          <a:srcRect b="0" l="19465" r="0" t="0"/>
          <a:stretch/>
        </p:blipFill>
        <p:spPr>
          <a:xfrm>
            <a:off x="0" y="0"/>
            <a:ext cx="12192000" cy="6858000"/>
          </a:xfrm>
          <a:prstGeom prst="rect">
            <a:avLst/>
          </a:prstGeom>
          <a:noFill/>
          <a:ln>
            <a:noFill/>
          </a:ln>
        </p:spPr>
      </p:pic>
      <p:sp>
        <p:nvSpPr>
          <p:cNvPr id="107" name="Google Shape;107;g3c200775b63_2_188"/>
          <p:cNvSpPr txBox="1"/>
          <p:nvPr/>
        </p:nvSpPr>
        <p:spPr>
          <a:xfrm>
            <a:off x="680044" y="6321356"/>
            <a:ext cx="4287300" cy="215400"/>
          </a:xfrm>
          <a:prstGeom prst="rect">
            <a:avLst/>
          </a:prstGeom>
          <a:noFill/>
          <a:ln>
            <a:noFill/>
          </a:ln>
        </p:spPr>
        <p:txBody>
          <a:bodyPr anchorCtr="0" anchor="ctr" bIns="45700" lIns="91425" spcFirstLastPara="1" rIns="91425" wrap="square" tIns="45700">
            <a:spAutoFit/>
          </a:bodyPr>
          <a:lstStyle/>
          <a:p>
            <a:pPr indent="0" lvl="0" marL="0" marR="0" rtl="0" algn="l">
              <a:lnSpc>
                <a:spcPct val="200000"/>
              </a:lnSpc>
              <a:spcBef>
                <a:spcPts val="0"/>
              </a:spcBef>
              <a:spcAft>
                <a:spcPts val="0"/>
              </a:spcAft>
              <a:buClr>
                <a:srgbClr val="000000"/>
              </a:buClr>
              <a:buSzPts val="800"/>
              <a:buFont typeface="Arial"/>
              <a:buNone/>
            </a:pPr>
            <a:r>
              <a:rPr b="0" i="0" lang="en-US" sz="800" u="none" cap="none" strike="noStrike">
                <a:solidFill>
                  <a:schemeClr val="lt1"/>
                </a:solidFill>
                <a:latin typeface="Noto Sans KR"/>
                <a:ea typeface="Noto Sans KR"/>
                <a:cs typeface="Noto Sans KR"/>
                <a:sym typeface="Noto Sans KR"/>
              </a:rPr>
              <a:t>Copyright 2025 © MegazoneCloud  CORP. ALL RIGHTS RESERVED.</a:t>
            </a:r>
            <a:endParaRPr b="0" i="0" sz="800" u="none" cap="none" strike="noStrike">
              <a:solidFill>
                <a:schemeClr val="lt1"/>
              </a:solidFill>
              <a:latin typeface="Noto Sans KR"/>
              <a:ea typeface="Noto Sans KR"/>
              <a:cs typeface="Noto Sans KR"/>
              <a:sym typeface="Noto Sans KR"/>
            </a:endParaRPr>
          </a:p>
        </p:txBody>
      </p:sp>
      <p:pic>
        <p:nvPicPr>
          <p:cNvPr id="108" name="Google Shape;108;g3c200775b63_2_188"/>
          <p:cNvPicPr preferRelativeResize="0"/>
          <p:nvPr/>
        </p:nvPicPr>
        <p:blipFill rotWithShape="1">
          <a:blip r:embed="rId2">
            <a:alphaModFix/>
          </a:blip>
          <a:srcRect b="0" l="0" r="0" t="0"/>
          <a:stretch/>
        </p:blipFill>
        <p:spPr>
          <a:xfrm>
            <a:off x="10152754" y="6308724"/>
            <a:ext cx="1276753" cy="325723"/>
          </a:xfrm>
          <a:prstGeom prst="rect">
            <a:avLst/>
          </a:prstGeom>
          <a:noFill/>
          <a:ln>
            <a:noFill/>
          </a:ln>
        </p:spPr>
      </p:pic>
      <p:pic>
        <p:nvPicPr>
          <p:cNvPr id="109" name="Google Shape;109;g3c200775b63_2_188"/>
          <p:cNvPicPr preferRelativeResize="0"/>
          <p:nvPr/>
        </p:nvPicPr>
        <p:blipFill rotWithShape="1">
          <a:blip r:embed="rId3">
            <a:alphaModFix/>
          </a:blip>
          <a:srcRect b="0" l="0" r="0" t="0"/>
          <a:stretch/>
        </p:blipFill>
        <p:spPr>
          <a:xfrm>
            <a:off x="9938755" y="494767"/>
            <a:ext cx="1555049" cy="393509"/>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7" r:id="rId4"/>
    <p:sldLayoutId id="2147483668" r:id="rId5"/>
    <p:sldLayoutId id="2147483669"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3.png"/><Relationship Id="rId5"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0.jpg"/><Relationship Id="rId4" Type="http://schemas.openxmlformats.org/officeDocument/2006/relationships/image" Target="../media/image1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3.png"/><Relationship Id="rId4" Type="http://schemas.openxmlformats.org/officeDocument/2006/relationships/image" Target="../media/image20.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9.jpg"/><Relationship Id="rId4" Type="http://schemas.openxmlformats.org/officeDocument/2006/relationships/hyperlink" Target="https://doi.org/10.1016/j.sse.2022.108582"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5.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1.png"/><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9.png"/><Relationship Id="rId4" Type="http://schemas.openxmlformats.org/officeDocument/2006/relationships/hyperlink" Target="https://www.lgresearch.ai/blog/view?seq=471" TargetMode="External"/><Relationship Id="rId5" Type="http://schemas.openxmlformats.org/officeDocument/2006/relationships/image" Target="../media/image26.png"/><Relationship Id="rId6" Type="http://schemas.openxmlformats.org/officeDocument/2006/relationships/image" Target="../media/image28.png"/><Relationship Id="rId7" Type="http://schemas.openxmlformats.org/officeDocument/2006/relationships/image" Target="../media/image4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9.png"/><Relationship Id="rId4" Type="http://schemas.openxmlformats.org/officeDocument/2006/relationships/hyperlink" Target="https://www.lgresearch.ai/blog/view?seq=471"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7.png"/><Relationship Id="rId4" Type="http://schemas.openxmlformats.org/officeDocument/2006/relationships/image" Target="../media/image2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43.png"/><Relationship Id="rId4" Type="http://schemas.openxmlformats.org/officeDocument/2006/relationships/image" Target="../media/image33.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hyperlink" Target="https://www.lgresearch.ai/blog/view?seq=471" TargetMode="External"/><Relationship Id="rId4" Type="http://schemas.openxmlformats.org/officeDocument/2006/relationships/image" Target="../media/image2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38.png"/><Relationship Id="rId4" Type="http://schemas.openxmlformats.org/officeDocument/2006/relationships/image" Target="../media/image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4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3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35.png"/><Relationship Id="rId4" Type="http://schemas.openxmlformats.org/officeDocument/2006/relationships/image" Target="../media/image3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4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hyperlink" Target="https://www.lgresearch.ai/blog/view?seq=471" TargetMode="External"/><Relationship Id="rId4" Type="http://schemas.openxmlformats.org/officeDocument/2006/relationships/image" Target="../media/image2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36.png"/><Relationship Id="rId4" Type="http://schemas.openxmlformats.org/officeDocument/2006/relationships/image" Target="../media/image40.png"/><Relationship Id="rId5" Type="http://schemas.openxmlformats.org/officeDocument/2006/relationships/image" Target="../media/image3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37.png"/><Relationship Id="rId4" Type="http://schemas.openxmlformats.org/officeDocument/2006/relationships/image" Target="../media/image3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
          <p:cNvSpPr txBox="1"/>
          <p:nvPr>
            <p:ph idx="1" type="body"/>
          </p:nvPr>
        </p:nvSpPr>
        <p:spPr>
          <a:xfrm>
            <a:off x="4189413" y="4414838"/>
            <a:ext cx="3749700" cy="820800"/>
          </a:xfrm>
          <a:prstGeom prst="rect">
            <a:avLst/>
          </a:prstGeom>
          <a:noFill/>
          <a:ln>
            <a:noFill/>
          </a:ln>
        </p:spPr>
        <p:txBody>
          <a:bodyPr anchorCtr="0" anchor="ctr"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dk1"/>
              </a:buClr>
              <a:buSzPct val="120120"/>
              <a:buFont typeface="Arial"/>
              <a:buNone/>
            </a:pPr>
            <a:r>
              <a:rPr lang="en-US" sz="1800"/>
              <a:t>Yousung Kang, </a:t>
            </a:r>
            <a:r>
              <a:rPr lang="en-US" sz="1800">
                <a:solidFill>
                  <a:srgbClr val="00B0F0"/>
                </a:solidFill>
              </a:rPr>
              <a:t>yskang@megazone.com</a:t>
            </a:r>
            <a:endParaRPr sz="1400">
              <a:solidFill>
                <a:schemeClr val="dk1"/>
              </a:solidFill>
              <a:latin typeface="Arial"/>
              <a:ea typeface="Arial"/>
              <a:cs typeface="Arial"/>
              <a:sym typeface="Arial"/>
            </a:endParaRPr>
          </a:p>
          <a:p>
            <a:pPr indent="0" lvl="0" marL="0" rtl="0" algn="ctr">
              <a:lnSpc>
                <a:spcPct val="100000"/>
              </a:lnSpc>
              <a:spcBef>
                <a:spcPts val="0"/>
              </a:spcBef>
              <a:spcAft>
                <a:spcPts val="0"/>
              </a:spcAft>
              <a:buClr>
                <a:schemeClr val="dk1"/>
              </a:buClr>
              <a:buSzPct val="120120"/>
              <a:buNone/>
            </a:pPr>
            <a:r>
              <a:rPr lang="en-US" sz="1800"/>
              <a:t>Quantum Innovation Lab</a:t>
            </a:r>
            <a:endParaRPr/>
          </a:p>
        </p:txBody>
      </p:sp>
      <p:sp>
        <p:nvSpPr>
          <p:cNvPr id="124" name="Google Shape;124;p1"/>
          <p:cNvSpPr txBox="1"/>
          <p:nvPr>
            <p:ph type="title"/>
          </p:nvPr>
        </p:nvSpPr>
        <p:spPr>
          <a:xfrm>
            <a:off x="838200" y="2666275"/>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lt1"/>
              </a:buClr>
              <a:buSzPts val="4400"/>
              <a:buFont typeface="Noto Sans KR"/>
              <a:buNone/>
            </a:pPr>
            <a:r>
              <a:rPr lang="en-US"/>
              <a:t>Quantum Hardwares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8" name="Shape 128"/>
        <p:cNvGrpSpPr/>
        <p:nvPr/>
      </p:nvGrpSpPr>
      <p:grpSpPr>
        <a:xfrm>
          <a:off x="0" y="0"/>
          <a:ext cx="0" cy="0"/>
          <a:chOff x="0" y="0"/>
          <a:chExt cx="0" cy="0"/>
        </a:xfrm>
      </p:grpSpPr>
      <p:graphicFrame>
        <p:nvGraphicFramePr>
          <p:cNvPr id="129" name="Google Shape;129;p35"/>
          <p:cNvGraphicFramePr/>
          <p:nvPr/>
        </p:nvGraphicFramePr>
        <p:xfrm>
          <a:off x="1685925" y="1960086"/>
          <a:ext cx="3000000" cy="3000000"/>
        </p:xfrm>
        <a:graphic>
          <a:graphicData uri="http://schemas.openxmlformats.org/drawingml/2006/table">
            <a:tbl>
              <a:tblPr>
                <a:noFill/>
                <a:tableStyleId>{DB0E869D-465F-41FD-A416-0693BD2C3EB0}</a:tableStyleId>
              </a:tblPr>
              <a:tblGrid>
                <a:gridCol w="2590800"/>
                <a:gridCol w="5505450"/>
                <a:gridCol w="723900"/>
              </a:tblGrid>
              <a:tr h="371475">
                <a:tc>
                  <a:txBody>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Malgun Gothic"/>
                          <a:ea typeface="Malgun Gothic"/>
                          <a:cs typeface="Malgun Gothic"/>
                          <a:sym typeface="Malgun Gothic"/>
                        </a:rPr>
                        <a:t>고려 요소</a:t>
                      </a:r>
                      <a:endParaRPr sz="1801" u="none" cap="none" strike="noStrike"/>
                    </a:p>
                  </a:txBody>
                  <a:tcPr marT="47625" marB="47625" marR="95250" marL="95250" anchor="ctr">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1265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4472C4"/>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Malgun Gothic"/>
                          <a:ea typeface="Malgun Gothic"/>
                          <a:cs typeface="Malgun Gothic"/>
                          <a:sym typeface="Malgun Gothic"/>
                        </a:rPr>
                        <a:t>내용</a:t>
                      </a:r>
                      <a:endParaRPr sz="1801" u="none" cap="none" strike="noStrike"/>
                    </a:p>
                  </a:txBody>
                  <a:tcPr marT="47625" marB="47625" marR="95250" marL="95250" anchor="ctr">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1265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4472C4"/>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latin typeface="Malgun Gothic"/>
                          <a:ea typeface="Malgun Gothic"/>
                          <a:cs typeface="Malgun Gothic"/>
                          <a:sym typeface="Malgun Gothic"/>
                        </a:rPr>
                        <a:t>비고</a:t>
                      </a:r>
                      <a:endParaRPr sz="1801" u="none" cap="none" strike="noStrike"/>
                    </a:p>
                  </a:txBody>
                  <a:tcPr marT="47625" marB="47625" marR="95250" marL="95250" anchor="ctr">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1265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4472C4"/>
                    </a:solidFill>
                  </a:tcPr>
                </a:tc>
              </a:tr>
              <a:tr h="466725">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Malgun Gothic"/>
                          <a:ea typeface="Malgun Gothic"/>
                          <a:cs typeface="Malgun Gothic"/>
                          <a:sym typeface="Malgun Gothic"/>
                        </a:rPr>
                        <a:t>강의 목적</a:t>
                      </a:r>
                      <a:endParaRPr sz="1801" u="none" cap="none" strike="noStrike"/>
                    </a:p>
                  </a:txBody>
                  <a:tcPr marT="47625" marB="47625" marR="95250" marL="95250" anchor="ctr">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650">
                      <a:solidFill>
                        <a:srgbClr val="FFFFFF"/>
                      </a:solidFill>
                      <a:prstDash val="solid"/>
                      <a:round/>
                      <a:headEnd len="sm" w="sm" type="none"/>
                      <a:tailEnd len="sm" w="sm" type="none"/>
                    </a:lnB>
                    <a:solidFill>
                      <a:srgbClr val="CDD4EA"/>
                    </a:solidFill>
                  </a:tcPr>
                </a:tc>
                <a:tc>
                  <a:txBody>
                    <a:bodyPr/>
                    <a:lstStyle/>
                    <a:p>
                      <a:pPr indent="0" lvl="0" marL="0" marR="0" rtl="0" algn="ctr">
                        <a:lnSpc>
                          <a:spcPct val="100000"/>
                        </a:lnSpc>
                        <a:spcBef>
                          <a:spcPts val="0"/>
                        </a:spcBef>
                        <a:spcAft>
                          <a:spcPts val="0"/>
                        </a:spcAft>
                        <a:buClr>
                          <a:srgbClr val="000000"/>
                        </a:buClr>
                        <a:buSzPts val="1801"/>
                        <a:buFont typeface="Arial"/>
                        <a:buNone/>
                      </a:pPr>
                      <a:r>
                        <a:rPr lang="en-US" sz="1801" u="none" cap="none" strike="noStrike"/>
                        <a:t>양자 하드웨어에 대한 기초적 이해</a:t>
                      </a:r>
                      <a:endParaRPr sz="1400" u="none" cap="none" strike="noStrike"/>
                    </a:p>
                  </a:txBody>
                  <a:tcPr marT="47625" marB="47625" marR="95250" marL="95250" anchor="ctr">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650">
                      <a:solidFill>
                        <a:srgbClr val="FFFFFF"/>
                      </a:solidFill>
                      <a:prstDash val="solid"/>
                      <a:round/>
                      <a:headEnd len="sm" w="sm" type="none"/>
                      <a:tailEnd len="sm" w="sm" type="none"/>
                    </a:lnB>
                    <a:solidFill>
                      <a:srgbClr val="CDD4EA"/>
                    </a:solidFill>
                  </a:tcPr>
                </a:tc>
                <a:tc>
                  <a:txBody>
                    <a:bodyPr/>
                    <a:lstStyle/>
                    <a:p>
                      <a:pPr indent="0" lvl="0" marL="0" marR="0" rtl="0" algn="l">
                        <a:lnSpc>
                          <a:spcPct val="100000"/>
                        </a:lnSpc>
                        <a:spcBef>
                          <a:spcPts val="0"/>
                        </a:spcBef>
                        <a:spcAft>
                          <a:spcPts val="0"/>
                        </a:spcAft>
                        <a:buClr>
                          <a:srgbClr val="000000"/>
                        </a:buClr>
                        <a:buSzPts val="1801"/>
                        <a:buFont typeface="Arial"/>
                        <a:buNone/>
                      </a:pPr>
                      <a:r>
                        <a:rPr b="0" i="0" lang="en-US" sz="1801" u="none" cap="none" strike="noStrike">
                          <a:solidFill>
                            <a:srgbClr val="000000"/>
                          </a:solidFill>
                          <a:latin typeface="Arial"/>
                          <a:ea typeface="Arial"/>
                          <a:cs typeface="Arial"/>
                          <a:sym typeface="Arial"/>
                        </a:rPr>
                        <a:t> </a:t>
                      </a:r>
                      <a:endParaRPr sz="1801" u="none" cap="none" strike="noStrike"/>
                    </a:p>
                  </a:txBody>
                  <a:tcPr marT="47625" marB="47625" marR="95250" marL="95250" anchor="ctr">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650">
                      <a:solidFill>
                        <a:srgbClr val="FFFFFF"/>
                      </a:solidFill>
                      <a:prstDash val="solid"/>
                      <a:round/>
                      <a:headEnd len="sm" w="sm" type="none"/>
                      <a:tailEnd len="sm" w="sm" type="none"/>
                    </a:lnB>
                    <a:solidFill>
                      <a:srgbClr val="CDD4EA"/>
                    </a:solidFill>
                  </a:tcPr>
                </a:tc>
              </a:tr>
              <a:tr h="371475">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Malgun Gothic"/>
                          <a:ea typeface="Malgun Gothic"/>
                          <a:cs typeface="Malgun Gothic"/>
                          <a:sym typeface="Malgun Gothic"/>
                        </a:rPr>
                        <a:t>예상 청중 </a:t>
                      </a:r>
                      <a:endParaRPr sz="1801" u="none" cap="none" strike="noStrike"/>
                    </a:p>
                  </a:txBody>
                  <a:tcPr marT="47625" marB="47625" marR="95250" marL="95250" anchor="ctr">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12650">
                      <a:solidFill>
                        <a:srgbClr val="FFFFFF"/>
                      </a:solidFill>
                      <a:prstDash val="solid"/>
                      <a:round/>
                      <a:headEnd len="sm" w="sm" type="none"/>
                      <a:tailEnd len="sm" w="sm" type="none"/>
                    </a:lnT>
                    <a:lnB cap="flat" cmpd="sng" w="12650">
                      <a:solidFill>
                        <a:srgbClr val="FFFFFF"/>
                      </a:solidFill>
                      <a:prstDash val="solid"/>
                      <a:round/>
                      <a:headEnd len="sm" w="sm" type="none"/>
                      <a:tailEnd len="sm" w="sm" type="none"/>
                    </a:lnB>
                    <a:solidFill>
                      <a:srgbClr val="E8EBF5"/>
                    </a:solidFill>
                  </a:tcPr>
                </a:tc>
                <a:tc>
                  <a:txBody>
                    <a:bodyPr/>
                    <a:lstStyle/>
                    <a:p>
                      <a:pPr indent="0" lvl="0" marL="0" marR="0" rtl="0" algn="ctr">
                        <a:lnSpc>
                          <a:spcPct val="100000"/>
                        </a:lnSpc>
                        <a:spcBef>
                          <a:spcPts val="0"/>
                        </a:spcBef>
                        <a:spcAft>
                          <a:spcPts val="0"/>
                        </a:spcAft>
                        <a:buClr>
                          <a:srgbClr val="000000"/>
                        </a:buClr>
                        <a:buSzPts val="1801"/>
                        <a:buFont typeface="Arial"/>
                        <a:buNone/>
                      </a:pPr>
                      <a:r>
                        <a:rPr lang="en-US" sz="1801" u="none" cap="none" strike="noStrike"/>
                        <a:t>교양</a:t>
                      </a:r>
                      <a:endParaRPr sz="1801" u="none" cap="none" strike="noStrike"/>
                    </a:p>
                  </a:txBody>
                  <a:tcPr marT="47625" marB="47625" marR="95250" marL="95250" anchor="ctr">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12650">
                      <a:solidFill>
                        <a:srgbClr val="FFFFFF"/>
                      </a:solidFill>
                      <a:prstDash val="solid"/>
                      <a:round/>
                      <a:headEnd len="sm" w="sm" type="none"/>
                      <a:tailEnd len="sm" w="sm" type="none"/>
                    </a:lnT>
                    <a:lnB cap="flat" cmpd="sng" w="12650">
                      <a:solidFill>
                        <a:srgbClr val="FFFFFF"/>
                      </a:solidFill>
                      <a:prstDash val="solid"/>
                      <a:round/>
                      <a:headEnd len="sm" w="sm" type="none"/>
                      <a:tailEnd len="sm" w="sm" type="none"/>
                    </a:lnB>
                    <a:solidFill>
                      <a:srgbClr val="E8EBF5"/>
                    </a:solidFill>
                  </a:tcPr>
                </a:tc>
                <a:tc>
                  <a:txBody>
                    <a:bodyPr/>
                    <a:lstStyle/>
                    <a:p>
                      <a:pPr indent="0" lvl="0" marL="0" marR="0" rtl="0" algn="l">
                        <a:lnSpc>
                          <a:spcPct val="100000"/>
                        </a:lnSpc>
                        <a:spcBef>
                          <a:spcPts val="0"/>
                        </a:spcBef>
                        <a:spcAft>
                          <a:spcPts val="0"/>
                        </a:spcAft>
                        <a:buClr>
                          <a:srgbClr val="000000"/>
                        </a:buClr>
                        <a:buSzPts val="1801"/>
                        <a:buFont typeface="Arial"/>
                        <a:buNone/>
                      </a:pPr>
                      <a:r>
                        <a:rPr b="0" i="0" lang="en-US" sz="1801" u="none" cap="none" strike="noStrike">
                          <a:solidFill>
                            <a:srgbClr val="000000"/>
                          </a:solidFill>
                          <a:latin typeface="Arial"/>
                          <a:ea typeface="Arial"/>
                          <a:cs typeface="Arial"/>
                          <a:sym typeface="Arial"/>
                        </a:rPr>
                        <a:t> </a:t>
                      </a:r>
                      <a:endParaRPr sz="1801" u="none" cap="none" strike="noStrike"/>
                    </a:p>
                  </a:txBody>
                  <a:tcPr marT="47625" marB="47625" marR="95250" marL="95250" anchor="ctr">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12650">
                      <a:solidFill>
                        <a:srgbClr val="FFFFFF"/>
                      </a:solidFill>
                      <a:prstDash val="solid"/>
                      <a:round/>
                      <a:headEnd len="sm" w="sm" type="none"/>
                      <a:tailEnd len="sm" w="sm" type="none"/>
                    </a:lnT>
                    <a:lnB cap="flat" cmpd="sng" w="12650">
                      <a:solidFill>
                        <a:srgbClr val="FFFFFF"/>
                      </a:solidFill>
                      <a:prstDash val="solid"/>
                      <a:round/>
                      <a:headEnd len="sm" w="sm" type="none"/>
                      <a:tailEnd len="sm" w="sm" type="none"/>
                    </a:lnB>
                    <a:solidFill>
                      <a:srgbClr val="E8EBF5"/>
                    </a:solidFill>
                  </a:tcPr>
                </a:tc>
              </a:tr>
              <a:tr h="371475">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Malgun Gothic"/>
                          <a:ea typeface="Malgun Gothic"/>
                          <a:cs typeface="Malgun Gothic"/>
                          <a:sym typeface="Malgun Gothic"/>
                        </a:rPr>
                        <a:t>핵심 강의 내용</a:t>
                      </a:r>
                      <a:endParaRPr sz="1801" u="none" cap="none" strike="noStrike"/>
                    </a:p>
                  </a:txBody>
                  <a:tcPr marT="47625" marB="47625" marR="95250" marL="95250" anchor="ctr">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12650">
                      <a:solidFill>
                        <a:srgbClr val="FFFFFF"/>
                      </a:solidFill>
                      <a:prstDash val="solid"/>
                      <a:round/>
                      <a:headEnd len="sm" w="sm" type="none"/>
                      <a:tailEnd len="sm" w="sm" type="none"/>
                    </a:lnT>
                    <a:lnB cap="flat" cmpd="sng" w="12650">
                      <a:solidFill>
                        <a:srgbClr val="FFFFFF"/>
                      </a:solidFill>
                      <a:prstDash val="solid"/>
                      <a:round/>
                      <a:headEnd len="sm" w="sm" type="none"/>
                      <a:tailEnd len="sm" w="sm" type="none"/>
                    </a:lnB>
                    <a:solidFill>
                      <a:srgbClr val="CDD4EA"/>
                    </a:solidFill>
                  </a:tcPr>
                </a:tc>
                <a:tc>
                  <a:txBody>
                    <a:bodyPr/>
                    <a:lstStyle/>
                    <a:p>
                      <a:pPr indent="0" lvl="0" marL="0" marR="0" rtl="0" algn="l">
                        <a:lnSpc>
                          <a:spcPct val="100000"/>
                        </a:lnSpc>
                        <a:spcBef>
                          <a:spcPts val="0"/>
                        </a:spcBef>
                        <a:spcAft>
                          <a:spcPts val="0"/>
                        </a:spcAft>
                        <a:buClr>
                          <a:srgbClr val="000000"/>
                        </a:buClr>
                        <a:buSzPts val="1800"/>
                        <a:buFont typeface="Arial"/>
                        <a:buChar char="•"/>
                      </a:pPr>
                      <a:r>
                        <a:rPr b="0" i="0" lang="en-US" sz="1800" u="none" cap="none" strike="noStrike">
                          <a:solidFill>
                            <a:srgbClr val="000000"/>
                          </a:solidFill>
                          <a:latin typeface="Malgun Gothic"/>
                          <a:ea typeface="Malgun Gothic"/>
                          <a:cs typeface="Malgun Gothic"/>
                          <a:sym typeface="Malgun Gothic"/>
                        </a:rPr>
                        <a:t> 여러 큐빗에 대한 이해</a:t>
                      </a:r>
                      <a:endParaRPr b="0" i="0" sz="1800" u="none" cap="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800"/>
                        <a:buFont typeface="Arial"/>
                        <a:buChar char="•"/>
                      </a:pPr>
                      <a:r>
                        <a:rPr b="0" i="0" lang="en-US" sz="1800" u="none" cap="none" strike="noStrike">
                          <a:solidFill>
                            <a:srgbClr val="000000"/>
                          </a:solidFill>
                          <a:latin typeface="Malgun Gothic"/>
                          <a:ea typeface="Malgun Gothic"/>
                          <a:cs typeface="Malgun Gothic"/>
                          <a:sym typeface="Malgun Gothic"/>
                        </a:rPr>
                        <a:t> 큐빗 에러의 발생 원리-열</a:t>
                      </a:r>
                      <a:endParaRPr b="0" i="0" sz="1800" u="none" cap="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800"/>
                        <a:buFont typeface="Arial"/>
                        <a:buChar char="•"/>
                      </a:pPr>
                      <a:r>
                        <a:rPr b="0" i="0" lang="en-US" sz="1800" u="none" cap="none" strike="noStrike">
                          <a:solidFill>
                            <a:srgbClr val="000000"/>
                          </a:solidFill>
                          <a:latin typeface="Malgun Gothic"/>
                          <a:ea typeface="Malgun Gothic"/>
                          <a:cs typeface="Malgun Gothic"/>
                          <a:sym typeface="Malgun Gothic"/>
                        </a:rPr>
                        <a:t> 큐빗의 물리적 특징</a:t>
                      </a:r>
                      <a:endParaRPr b="0" i="0" sz="1800" u="none" cap="none" strike="noStrike">
                        <a:solidFill>
                          <a:srgbClr val="000000"/>
                        </a:solidFill>
                        <a:latin typeface="Malgun Gothic"/>
                        <a:ea typeface="Malgun Gothic"/>
                        <a:cs typeface="Malgun Gothic"/>
                        <a:sym typeface="Malgun Gothic"/>
                      </a:endParaRPr>
                    </a:p>
                    <a:p>
                      <a:pPr indent="0" lvl="0" marL="0" marR="0" rtl="0" algn="l">
                        <a:lnSpc>
                          <a:spcPct val="100000"/>
                        </a:lnSpc>
                        <a:spcBef>
                          <a:spcPts val="0"/>
                        </a:spcBef>
                        <a:spcAft>
                          <a:spcPts val="0"/>
                        </a:spcAft>
                        <a:buClr>
                          <a:srgbClr val="000000"/>
                        </a:buClr>
                        <a:buSzPts val="1800"/>
                        <a:buFont typeface="Arial"/>
                        <a:buChar char="•"/>
                      </a:pPr>
                      <a:r>
                        <a:rPr b="0" i="0" lang="en-US" sz="1800" u="none" cap="none" strike="noStrike">
                          <a:solidFill>
                            <a:srgbClr val="000000"/>
                          </a:solidFill>
                          <a:latin typeface="Malgun Gothic"/>
                          <a:ea typeface="Malgun Gothic"/>
                          <a:cs typeface="Malgun Gothic"/>
                          <a:sym typeface="Malgun Gothic"/>
                        </a:rPr>
                        <a:t> QAOA 강의가 따로 있을 경우, Annealer에 대한 내용은 최소화하고 넘어갈 것</a:t>
                      </a:r>
                      <a:endParaRPr b="0" i="0" sz="1800" u="none" cap="none" strike="noStrike">
                        <a:solidFill>
                          <a:srgbClr val="000000"/>
                        </a:solidFill>
                        <a:latin typeface="Arial"/>
                        <a:ea typeface="Arial"/>
                        <a:cs typeface="Arial"/>
                        <a:sym typeface="Arial"/>
                      </a:endParaRPr>
                    </a:p>
                  </a:txBody>
                  <a:tcPr marT="47625" marB="47625" marR="95250" marL="95250" anchor="ctr">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12650">
                      <a:solidFill>
                        <a:srgbClr val="FFFFFF"/>
                      </a:solidFill>
                      <a:prstDash val="solid"/>
                      <a:round/>
                      <a:headEnd len="sm" w="sm" type="none"/>
                      <a:tailEnd len="sm" w="sm" type="none"/>
                    </a:lnT>
                    <a:lnB cap="flat" cmpd="sng" w="12650">
                      <a:solidFill>
                        <a:srgbClr val="FFFFFF"/>
                      </a:solidFill>
                      <a:prstDash val="solid"/>
                      <a:round/>
                      <a:headEnd len="sm" w="sm" type="none"/>
                      <a:tailEnd len="sm" w="sm" type="none"/>
                    </a:lnB>
                    <a:solidFill>
                      <a:srgbClr val="CDD4EA"/>
                    </a:solidFill>
                  </a:tcPr>
                </a:tc>
                <a:tc>
                  <a:txBody>
                    <a:bodyPr/>
                    <a:lstStyle/>
                    <a:p>
                      <a:pPr indent="0" lvl="0" marL="0" marR="0" rtl="0" algn="l">
                        <a:lnSpc>
                          <a:spcPct val="100000"/>
                        </a:lnSpc>
                        <a:spcBef>
                          <a:spcPts val="0"/>
                        </a:spcBef>
                        <a:spcAft>
                          <a:spcPts val="0"/>
                        </a:spcAft>
                        <a:buClr>
                          <a:srgbClr val="000000"/>
                        </a:buClr>
                        <a:buSzPts val="1801"/>
                        <a:buFont typeface="Arial"/>
                        <a:buNone/>
                      </a:pPr>
                      <a:r>
                        <a:rPr b="0" i="0" lang="en-US" sz="1801" u="none" cap="none" strike="noStrike">
                          <a:solidFill>
                            <a:srgbClr val="000000"/>
                          </a:solidFill>
                          <a:latin typeface="Arial"/>
                          <a:ea typeface="Arial"/>
                          <a:cs typeface="Arial"/>
                          <a:sym typeface="Arial"/>
                        </a:rPr>
                        <a:t> </a:t>
                      </a:r>
                      <a:endParaRPr sz="1801" u="none" cap="none" strike="noStrike"/>
                    </a:p>
                  </a:txBody>
                  <a:tcPr marT="47625" marB="47625" marR="95250" marL="95250" anchor="ctr">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12650">
                      <a:solidFill>
                        <a:srgbClr val="FFFFFF"/>
                      </a:solidFill>
                      <a:prstDash val="solid"/>
                      <a:round/>
                      <a:headEnd len="sm" w="sm" type="none"/>
                      <a:tailEnd len="sm" w="sm" type="none"/>
                    </a:lnT>
                    <a:lnB cap="flat" cmpd="sng" w="12650">
                      <a:solidFill>
                        <a:srgbClr val="FFFFFF"/>
                      </a:solidFill>
                      <a:prstDash val="solid"/>
                      <a:round/>
                      <a:headEnd len="sm" w="sm" type="none"/>
                      <a:tailEnd len="sm" w="sm" type="none"/>
                    </a:lnB>
                    <a:solidFill>
                      <a:srgbClr val="CDD4EA"/>
                    </a:solidFill>
                  </a:tcPr>
                </a:tc>
              </a:tr>
              <a:tr h="371475">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Malgun Gothic"/>
                          <a:ea typeface="Malgun Gothic"/>
                          <a:cs typeface="Malgun Gothic"/>
                          <a:sym typeface="Malgun Gothic"/>
                        </a:rPr>
                        <a:t>예상 소요시간 </a:t>
                      </a:r>
                      <a:endParaRPr sz="1801" u="none" cap="none" strike="noStrike"/>
                    </a:p>
                  </a:txBody>
                  <a:tcPr marT="47625" marB="47625" marR="95250" marL="95250" anchor="ctr">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12650">
                      <a:solidFill>
                        <a:srgbClr val="FFFFFF"/>
                      </a:solidFill>
                      <a:prstDash val="solid"/>
                      <a:round/>
                      <a:headEnd len="sm" w="sm" type="none"/>
                      <a:tailEnd len="sm" w="sm" type="none"/>
                    </a:lnT>
                    <a:lnB cap="flat" cmpd="sng" w="12650">
                      <a:solidFill>
                        <a:srgbClr val="FFFFFF"/>
                      </a:solidFill>
                      <a:prstDash val="solid"/>
                      <a:round/>
                      <a:headEnd len="sm" w="sm" type="none"/>
                      <a:tailEnd len="sm" w="sm" type="none"/>
                    </a:lnB>
                    <a:solidFill>
                      <a:srgbClr val="E8EBF5"/>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Malgun Gothic"/>
                          <a:ea typeface="Malgun Gothic"/>
                          <a:cs typeface="Malgun Gothic"/>
                          <a:sym typeface="Malgun Gothic"/>
                        </a:rPr>
                        <a:t>1시간</a:t>
                      </a:r>
                      <a:endParaRPr sz="1801" u="none" cap="none" strike="noStrike"/>
                    </a:p>
                  </a:txBody>
                  <a:tcPr marT="47625" marB="47625" marR="95250" marL="95250" anchor="ctr">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12650">
                      <a:solidFill>
                        <a:srgbClr val="FFFFFF"/>
                      </a:solidFill>
                      <a:prstDash val="solid"/>
                      <a:round/>
                      <a:headEnd len="sm" w="sm" type="none"/>
                      <a:tailEnd len="sm" w="sm" type="none"/>
                    </a:lnT>
                    <a:lnB cap="flat" cmpd="sng" w="12650">
                      <a:solidFill>
                        <a:srgbClr val="FFFFFF"/>
                      </a:solidFill>
                      <a:prstDash val="solid"/>
                      <a:round/>
                      <a:headEnd len="sm" w="sm" type="none"/>
                      <a:tailEnd len="sm" w="sm" type="none"/>
                    </a:lnB>
                    <a:solidFill>
                      <a:srgbClr val="E8EBF5"/>
                    </a:solidFill>
                  </a:tcPr>
                </a:tc>
                <a:tc>
                  <a:txBody>
                    <a:bodyPr/>
                    <a:lstStyle/>
                    <a:p>
                      <a:pPr indent="0" lvl="0" marL="0" marR="0" rtl="0" algn="l">
                        <a:lnSpc>
                          <a:spcPct val="100000"/>
                        </a:lnSpc>
                        <a:spcBef>
                          <a:spcPts val="0"/>
                        </a:spcBef>
                        <a:spcAft>
                          <a:spcPts val="0"/>
                        </a:spcAft>
                        <a:buClr>
                          <a:srgbClr val="000000"/>
                        </a:buClr>
                        <a:buSzPts val="1801"/>
                        <a:buFont typeface="Arial"/>
                        <a:buNone/>
                      </a:pPr>
                      <a:r>
                        <a:rPr b="0" i="0" lang="en-US" sz="1801" u="none" cap="none" strike="noStrike">
                          <a:solidFill>
                            <a:srgbClr val="000000"/>
                          </a:solidFill>
                          <a:latin typeface="Arial"/>
                          <a:ea typeface="Arial"/>
                          <a:cs typeface="Arial"/>
                          <a:sym typeface="Arial"/>
                        </a:rPr>
                        <a:t> </a:t>
                      </a:r>
                      <a:endParaRPr sz="1801" u="none" cap="none" strike="noStrike"/>
                    </a:p>
                  </a:txBody>
                  <a:tcPr marT="47625" marB="47625" marR="95250" marL="95250" anchor="ctr">
                    <a:lnL cap="flat" cmpd="sng" w="12650">
                      <a:solidFill>
                        <a:srgbClr val="FFFFFF"/>
                      </a:solidFill>
                      <a:prstDash val="solid"/>
                      <a:round/>
                      <a:headEnd len="sm" w="sm" type="none"/>
                      <a:tailEnd len="sm" w="sm" type="none"/>
                    </a:lnL>
                    <a:lnR cap="flat" cmpd="sng" w="12650">
                      <a:solidFill>
                        <a:srgbClr val="FFFFFF"/>
                      </a:solidFill>
                      <a:prstDash val="solid"/>
                      <a:round/>
                      <a:headEnd len="sm" w="sm" type="none"/>
                      <a:tailEnd len="sm" w="sm" type="none"/>
                    </a:lnR>
                    <a:lnT cap="flat" cmpd="sng" w="12650">
                      <a:solidFill>
                        <a:srgbClr val="FFFFFF"/>
                      </a:solidFill>
                      <a:prstDash val="solid"/>
                      <a:round/>
                      <a:headEnd len="sm" w="sm" type="none"/>
                      <a:tailEnd len="sm" w="sm" type="none"/>
                    </a:lnT>
                    <a:lnB cap="flat" cmpd="sng" w="12650">
                      <a:solidFill>
                        <a:srgbClr val="FFFFFF"/>
                      </a:solidFill>
                      <a:prstDash val="solid"/>
                      <a:round/>
                      <a:headEnd len="sm" w="sm" type="none"/>
                      <a:tailEnd len="sm" w="sm" type="none"/>
                    </a:lnB>
                    <a:solidFill>
                      <a:srgbClr val="E8EBF5"/>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g3c200775b63_2_145"/>
          <p:cNvSpPr txBox="1"/>
          <p:nvPr>
            <p:ph type="title"/>
          </p:nvPr>
        </p:nvSpPr>
        <p:spPr>
          <a:xfrm>
            <a:off x="838200" y="413616"/>
            <a:ext cx="10515600" cy="854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Noto Sans KR"/>
              <a:buNone/>
            </a:pPr>
            <a:r>
              <a:rPr b="1" lang="en-US"/>
              <a:t>INDEX</a:t>
            </a:r>
            <a:endParaRPr b="1"/>
          </a:p>
        </p:txBody>
      </p:sp>
      <p:sp>
        <p:nvSpPr>
          <p:cNvPr id="135" name="Google Shape;135;g3c200775b63_2_145"/>
          <p:cNvSpPr txBox="1"/>
          <p:nvPr>
            <p:ph idx="1" type="body"/>
          </p:nvPr>
        </p:nvSpPr>
        <p:spPr>
          <a:xfrm>
            <a:off x="838200" y="1474932"/>
            <a:ext cx="10515600" cy="4811700"/>
          </a:xfrm>
          <a:prstGeom prst="rect">
            <a:avLst/>
          </a:prstGeom>
          <a:noFill/>
          <a:ln>
            <a:noFill/>
          </a:ln>
        </p:spPr>
        <p:txBody>
          <a:bodyPr anchorCtr="0" anchor="t" bIns="45700" lIns="91425" spcFirstLastPara="1" rIns="91425" wrap="square" tIns="45700">
            <a:noAutofit/>
          </a:bodyPr>
          <a:lstStyle/>
          <a:p>
            <a:pPr indent="-342900" lvl="0" marL="342900" rtl="0" algn="l">
              <a:lnSpc>
                <a:spcPct val="90000"/>
              </a:lnSpc>
              <a:spcBef>
                <a:spcPts val="1000"/>
              </a:spcBef>
              <a:spcAft>
                <a:spcPts val="0"/>
              </a:spcAft>
              <a:buClr>
                <a:schemeClr val="lt1"/>
              </a:buClr>
              <a:buSzPts val="2400"/>
              <a:buAutoNum type="arabicPeriod"/>
            </a:pPr>
            <a:r>
              <a:rPr b="1" lang="en-US" sz="2400"/>
              <a:t>Quantum Computers</a:t>
            </a:r>
            <a:endParaRPr/>
          </a:p>
          <a:p>
            <a:pPr indent="-190500" lvl="0" marL="342900" rtl="0" algn="l">
              <a:lnSpc>
                <a:spcPct val="90000"/>
              </a:lnSpc>
              <a:spcBef>
                <a:spcPts val="1000"/>
              </a:spcBef>
              <a:spcAft>
                <a:spcPts val="0"/>
              </a:spcAft>
              <a:buClr>
                <a:schemeClr val="lt1"/>
              </a:buClr>
              <a:buSzPts val="2400"/>
              <a:buNone/>
            </a:pPr>
            <a:r>
              <a:t/>
            </a:r>
            <a:endParaRPr b="1" sz="2400"/>
          </a:p>
          <a:p>
            <a:pPr indent="-342900" lvl="0" marL="342900" rtl="0" algn="l">
              <a:lnSpc>
                <a:spcPct val="90000"/>
              </a:lnSpc>
              <a:spcBef>
                <a:spcPts val="1000"/>
              </a:spcBef>
              <a:spcAft>
                <a:spcPts val="0"/>
              </a:spcAft>
              <a:buClr>
                <a:schemeClr val="lt1"/>
              </a:buClr>
              <a:buSzPts val="2400"/>
              <a:buAutoNum type="arabicPeriod"/>
            </a:pPr>
            <a:r>
              <a:rPr b="1" lang="en-US" sz="2400"/>
              <a:t>Superconducting Qubits</a:t>
            </a:r>
            <a:endParaRPr/>
          </a:p>
          <a:p>
            <a:pPr indent="-190500" lvl="0" marL="342900" rtl="0" algn="l">
              <a:lnSpc>
                <a:spcPct val="90000"/>
              </a:lnSpc>
              <a:spcBef>
                <a:spcPts val="1000"/>
              </a:spcBef>
              <a:spcAft>
                <a:spcPts val="0"/>
              </a:spcAft>
              <a:buClr>
                <a:schemeClr val="lt1"/>
              </a:buClr>
              <a:buSzPts val="2400"/>
              <a:buNone/>
            </a:pPr>
            <a:r>
              <a:t/>
            </a:r>
            <a:endParaRPr b="1" sz="2400"/>
          </a:p>
          <a:p>
            <a:pPr indent="-342900" lvl="0" marL="342900" rtl="0" algn="l">
              <a:lnSpc>
                <a:spcPct val="90000"/>
              </a:lnSpc>
              <a:spcBef>
                <a:spcPts val="1000"/>
              </a:spcBef>
              <a:spcAft>
                <a:spcPts val="0"/>
              </a:spcAft>
              <a:buClr>
                <a:schemeClr val="lt1"/>
              </a:buClr>
              <a:buSzPts val="2400"/>
              <a:buAutoNum type="arabicPeriod"/>
            </a:pPr>
            <a:r>
              <a:rPr b="1" lang="en-US" sz="2400"/>
              <a:t>Quantum Annealers</a:t>
            </a:r>
            <a:endParaRPr/>
          </a:p>
          <a:p>
            <a:pPr indent="-190500" lvl="0" marL="342900" rtl="0" algn="l">
              <a:lnSpc>
                <a:spcPct val="90000"/>
              </a:lnSpc>
              <a:spcBef>
                <a:spcPts val="1000"/>
              </a:spcBef>
              <a:spcAft>
                <a:spcPts val="0"/>
              </a:spcAft>
              <a:buClr>
                <a:schemeClr val="lt1"/>
              </a:buClr>
              <a:buSzPts val="2400"/>
              <a:buNone/>
            </a:pPr>
            <a:r>
              <a:t/>
            </a:r>
            <a:endParaRPr b="1" sz="2400"/>
          </a:p>
          <a:p>
            <a:pPr indent="-342900" lvl="0" marL="342900" rtl="0" algn="l">
              <a:lnSpc>
                <a:spcPct val="90000"/>
              </a:lnSpc>
              <a:spcBef>
                <a:spcPts val="1000"/>
              </a:spcBef>
              <a:spcAft>
                <a:spcPts val="0"/>
              </a:spcAft>
              <a:buClr>
                <a:schemeClr val="lt1"/>
              </a:buClr>
              <a:buSzPts val="2400"/>
              <a:buAutoNum type="arabicPeriod"/>
            </a:pPr>
            <a:r>
              <a:rPr b="1" lang="en-US" sz="2400"/>
              <a:t>Ion Trap Qubits</a:t>
            </a:r>
            <a:endParaRPr/>
          </a:p>
          <a:p>
            <a:pPr indent="-190500" lvl="0" marL="342900" rtl="0" algn="l">
              <a:lnSpc>
                <a:spcPct val="90000"/>
              </a:lnSpc>
              <a:spcBef>
                <a:spcPts val="1000"/>
              </a:spcBef>
              <a:spcAft>
                <a:spcPts val="0"/>
              </a:spcAft>
              <a:buClr>
                <a:schemeClr val="lt1"/>
              </a:buClr>
              <a:buSzPts val="2400"/>
              <a:buNone/>
            </a:pPr>
            <a:r>
              <a:t/>
            </a:r>
            <a:endParaRPr b="1" sz="2400"/>
          </a:p>
          <a:p>
            <a:pPr indent="-342900" lvl="0" marL="342900" rtl="0" algn="l">
              <a:lnSpc>
                <a:spcPct val="90000"/>
              </a:lnSpc>
              <a:spcBef>
                <a:spcPts val="1000"/>
              </a:spcBef>
              <a:spcAft>
                <a:spcPts val="0"/>
              </a:spcAft>
              <a:buClr>
                <a:schemeClr val="lt1"/>
              </a:buClr>
              <a:buSzPts val="2400"/>
              <a:buAutoNum type="arabicPeriod"/>
            </a:pPr>
            <a:r>
              <a:rPr b="1" lang="en-US" sz="2400"/>
              <a:t>Neutral Atom Qubits</a:t>
            </a:r>
            <a:endParaRPr b="1" sz="24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54"/>
          <p:cNvSpPr txBox="1"/>
          <p:nvPr>
            <p:ph type="title"/>
          </p:nvPr>
        </p:nvSpPr>
        <p:spPr>
          <a:xfrm>
            <a:off x="838200" y="413616"/>
            <a:ext cx="10515600" cy="854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Noto Sans KR"/>
              <a:buNone/>
            </a:pPr>
            <a:r>
              <a:rPr b="1" lang="en-US"/>
              <a:t>1. Quantum Computers</a:t>
            </a:r>
            <a:endParaRPr b="1"/>
          </a:p>
        </p:txBody>
      </p:sp>
      <p:sp>
        <p:nvSpPr>
          <p:cNvPr id="141" name="Google Shape;141;p54"/>
          <p:cNvSpPr txBox="1"/>
          <p:nvPr>
            <p:ph idx="1" type="body"/>
          </p:nvPr>
        </p:nvSpPr>
        <p:spPr>
          <a:xfrm>
            <a:off x="838200" y="1474932"/>
            <a:ext cx="10515600" cy="63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18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7"/>
          <p:cNvSpPr txBox="1"/>
          <p:nvPr/>
        </p:nvSpPr>
        <p:spPr>
          <a:xfrm>
            <a:off x="548329" y="457595"/>
            <a:ext cx="11086500" cy="387798"/>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A2342"/>
              </a:buClr>
              <a:buSzPts val="2400"/>
              <a:buFont typeface="Arial"/>
              <a:buNone/>
            </a:pPr>
            <a:r>
              <a:rPr b="1" i="0" lang="en-US" sz="2800" u="none" cap="none" strike="noStrike">
                <a:solidFill>
                  <a:schemeClr val="dk1"/>
                </a:solidFill>
                <a:latin typeface="Noto Sans KR"/>
                <a:ea typeface="Noto Sans KR"/>
                <a:cs typeface="Noto Sans KR"/>
                <a:sym typeface="Noto Sans KR"/>
              </a:rPr>
              <a:t>Bit vs Qubit</a:t>
            </a:r>
            <a:endParaRPr b="1" i="0" sz="2800" u="none" cap="none" strike="noStrike">
              <a:solidFill>
                <a:schemeClr val="dk1"/>
              </a:solidFill>
              <a:latin typeface="Noto Sans KR"/>
              <a:ea typeface="Noto Sans KR"/>
              <a:cs typeface="Noto Sans KR"/>
              <a:sym typeface="Noto Sans KR"/>
            </a:endParaRPr>
          </a:p>
        </p:txBody>
      </p:sp>
      <p:pic>
        <p:nvPicPr>
          <p:cNvPr id="147" name="Google Shape;147;p7"/>
          <p:cNvPicPr preferRelativeResize="0"/>
          <p:nvPr/>
        </p:nvPicPr>
        <p:blipFill rotWithShape="1">
          <a:blip r:embed="rId3">
            <a:alphaModFix/>
          </a:blip>
          <a:srcRect b="0" l="0" r="0" t="0"/>
          <a:stretch/>
        </p:blipFill>
        <p:spPr>
          <a:xfrm>
            <a:off x="651703" y="1222091"/>
            <a:ext cx="10888595" cy="5315692"/>
          </a:xfrm>
          <a:prstGeom prst="rect">
            <a:avLst/>
          </a:prstGeom>
          <a:noFill/>
          <a:ln cap="flat" cmpd="sng" w="9525">
            <a:solidFill>
              <a:srgbClr val="000000"/>
            </a:solidFill>
            <a:prstDash val="solid"/>
            <a:round/>
            <a:headEnd len="sm" w="sm" type="none"/>
            <a:tailEnd len="sm" w="sm" type="none"/>
          </a:ln>
        </p:spPr>
      </p:pic>
      <p:sp>
        <p:nvSpPr>
          <p:cNvPr id="148" name="Google Shape;148;p7"/>
          <p:cNvSpPr txBox="1"/>
          <p:nvPr/>
        </p:nvSpPr>
        <p:spPr>
          <a:xfrm>
            <a:off x="9034397" y="6537783"/>
            <a:ext cx="609391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626262"/>
                </a:solidFill>
                <a:latin typeface="Open Sans"/>
                <a:ea typeface="Open Sans"/>
                <a:cs typeface="Open Sans"/>
                <a:sym typeface="Open Sans"/>
              </a:rPr>
              <a:t>Volkswagen Aktiengesellschaft 2019.</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55"/>
          <p:cNvSpPr txBox="1"/>
          <p:nvPr/>
        </p:nvSpPr>
        <p:spPr>
          <a:xfrm>
            <a:off x="548329" y="457595"/>
            <a:ext cx="11086500" cy="387798"/>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A2342"/>
              </a:buClr>
              <a:buSzPts val="2400"/>
              <a:buFont typeface="Arial"/>
              <a:buNone/>
            </a:pPr>
            <a:r>
              <a:rPr b="1" i="0" lang="en-US" sz="2800" u="none" cap="none" strike="noStrike">
                <a:solidFill>
                  <a:schemeClr val="dk1"/>
                </a:solidFill>
                <a:latin typeface="Noto Sans KR"/>
                <a:ea typeface="Noto Sans KR"/>
                <a:cs typeface="Noto Sans KR"/>
                <a:sym typeface="Noto Sans KR"/>
              </a:rPr>
              <a:t>Qubits</a:t>
            </a:r>
            <a:endParaRPr b="1" i="0" sz="2800" u="none" cap="none" strike="noStrike">
              <a:solidFill>
                <a:schemeClr val="dk1"/>
              </a:solidFill>
              <a:latin typeface="Noto Sans KR"/>
              <a:ea typeface="Noto Sans KR"/>
              <a:cs typeface="Noto Sans KR"/>
              <a:sym typeface="Noto Sans KR"/>
            </a:endParaRPr>
          </a:p>
        </p:txBody>
      </p:sp>
      <p:pic>
        <p:nvPicPr>
          <p:cNvPr descr="Transmon - Wikipedia" id="154" name="Google Shape;154;p55"/>
          <p:cNvPicPr preferRelativeResize="0"/>
          <p:nvPr/>
        </p:nvPicPr>
        <p:blipFill rotWithShape="1">
          <a:blip r:embed="rId3">
            <a:alphaModFix/>
          </a:blip>
          <a:srcRect b="0" l="0" r="0" t="0"/>
          <a:stretch/>
        </p:blipFill>
        <p:spPr>
          <a:xfrm>
            <a:off x="865477" y="1307482"/>
            <a:ext cx="3029179" cy="3074816"/>
          </a:xfrm>
          <a:prstGeom prst="rect">
            <a:avLst/>
          </a:prstGeom>
          <a:noFill/>
          <a:ln>
            <a:noFill/>
          </a:ln>
        </p:spPr>
      </p:pic>
      <p:pic>
        <p:nvPicPr>
          <p:cNvPr descr="Ion-based commercial quantum computer is a first – Physics World" id="155" name="Google Shape;155;p55"/>
          <p:cNvPicPr preferRelativeResize="0"/>
          <p:nvPr/>
        </p:nvPicPr>
        <p:blipFill rotWithShape="1">
          <a:blip r:embed="rId4">
            <a:alphaModFix/>
          </a:blip>
          <a:srcRect b="0" l="0" r="0" t="0"/>
          <a:stretch/>
        </p:blipFill>
        <p:spPr>
          <a:xfrm>
            <a:off x="4042036" y="2104761"/>
            <a:ext cx="3259555" cy="2280000"/>
          </a:xfrm>
          <a:prstGeom prst="rect">
            <a:avLst/>
          </a:prstGeom>
          <a:noFill/>
          <a:ln>
            <a:noFill/>
          </a:ln>
        </p:spPr>
      </p:pic>
      <p:pic>
        <p:nvPicPr>
          <p:cNvPr descr="Rydberg Atom Quantum Technologies | EQOP" id="156" name="Google Shape;156;p55"/>
          <p:cNvPicPr preferRelativeResize="0"/>
          <p:nvPr/>
        </p:nvPicPr>
        <p:blipFill rotWithShape="1">
          <a:blip r:embed="rId5">
            <a:alphaModFix/>
          </a:blip>
          <a:srcRect b="0" l="0" r="0" t="0"/>
          <a:stretch/>
        </p:blipFill>
        <p:spPr>
          <a:xfrm>
            <a:off x="7596350" y="1259793"/>
            <a:ext cx="3170195" cy="3170195"/>
          </a:xfrm>
          <a:prstGeom prst="rect">
            <a:avLst/>
          </a:prstGeom>
          <a:noFill/>
          <a:ln>
            <a:noFill/>
          </a:ln>
        </p:spPr>
      </p:pic>
      <p:sp>
        <p:nvSpPr>
          <p:cNvPr id="157" name="Google Shape;157;p55"/>
          <p:cNvSpPr txBox="1"/>
          <p:nvPr/>
        </p:nvSpPr>
        <p:spPr>
          <a:xfrm>
            <a:off x="8641855" y="4675494"/>
            <a:ext cx="1599426" cy="80017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1800" u="none" cap="none" strike="noStrike">
                <a:solidFill>
                  <a:schemeClr val="dk1"/>
                </a:solidFill>
                <a:latin typeface="Noto Sans KR"/>
                <a:ea typeface="Noto Sans KR"/>
                <a:cs typeface="Noto Sans KR"/>
                <a:sym typeface="Noto Sans KR"/>
              </a:rPr>
              <a:t>2018</a:t>
            </a:r>
            <a:endParaRPr b="0" i="0" sz="1800" u="none" cap="none" strike="noStrike">
              <a:solidFill>
                <a:schemeClr val="dk1"/>
              </a:solidFill>
              <a:latin typeface="Noto Sans KR"/>
              <a:ea typeface="Noto Sans KR"/>
              <a:cs typeface="Noto Sans KR"/>
              <a:sym typeface="Noto Sans KR"/>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Noto Sans KR"/>
              <a:ea typeface="Noto Sans KR"/>
              <a:cs typeface="Noto Sans KR"/>
              <a:sym typeface="Noto Sans KR"/>
            </a:endParaRPr>
          </a:p>
        </p:txBody>
      </p:sp>
      <p:sp>
        <p:nvSpPr>
          <p:cNvPr id="158" name="Google Shape;158;p55"/>
          <p:cNvSpPr txBox="1"/>
          <p:nvPr/>
        </p:nvSpPr>
        <p:spPr>
          <a:xfrm>
            <a:off x="4944885" y="4675493"/>
            <a:ext cx="2206558" cy="80017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1800" u="none" cap="none" strike="noStrike">
                <a:solidFill>
                  <a:schemeClr val="dk1"/>
                </a:solidFill>
                <a:latin typeface="Noto Sans KR"/>
                <a:ea typeface="Noto Sans KR"/>
                <a:cs typeface="Noto Sans KR"/>
                <a:sym typeface="Noto Sans KR"/>
              </a:rPr>
              <a:t>1989, </a:t>
            </a:r>
            <a:r>
              <a:rPr b="0" i="0" lang="en-US" sz="1800" u="none" cap="none" strike="noStrike">
                <a:solidFill>
                  <a:srgbClr val="FF0000"/>
                </a:solidFill>
                <a:latin typeface="Noto Sans KR"/>
                <a:ea typeface="Noto Sans KR"/>
                <a:cs typeface="Noto Sans KR"/>
                <a:sym typeface="Noto Sans KR"/>
              </a:rPr>
              <a:t>2012</a:t>
            </a:r>
            <a:endParaRPr b="0" i="0" sz="1800" u="none" cap="none" strike="noStrike">
              <a:solidFill>
                <a:srgbClr val="FF0000"/>
              </a:solidFill>
              <a:latin typeface="Noto Sans KR"/>
              <a:ea typeface="Noto Sans KR"/>
              <a:cs typeface="Noto Sans KR"/>
              <a:sym typeface="Noto Sans KR"/>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Noto Sans KR"/>
              <a:ea typeface="Noto Sans KR"/>
              <a:cs typeface="Noto Sans KR"/>
              <a:sym typeface="Noto Sans KR"/>
            </a:endParaRPr>
          </a:p>
        </p:txBody>
      </p:sp>
      <p:sp>
        <p:nvSpPr>
          <p:cNvPr id="159" name="Google Shape;159;p55"/>
          <p:cNvSpPr txBox="1"/>
          <p:nvPr/>
        </p:nvSpPr>
        <p:spPr>
          <a:xfrm>
            <a:off x="1244426" y="4675494"/>
            <a:ext cx="3029179" cy="80017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1800" u="none" cap="none" strike="noStrike">
                <a:solidFill>
                  <a:schemeClr val="dk1"/>
                </a:solidFill>
                <a:latin typeface="Noto Sans KR"/>
                <a:ea typeface="Noto Sans KR"/>
                <a:cs typeface="Noto Sans KR"/>
                <a:sym typeface="Noto Sans KR"/>
              </a:rPr>
              <a:t>1973, </a:t>
            </a:r>
            <a:r>
              <a:rPr b="0" i="0" lang="en-US" sz="1800" u="none" cap="none" strike="noStrike">
                <a:solidFill>
                  <a:srgbClr val="FF0000"/>
                </a:solidFill>
                <a:latin typeface="Noto Sans KR"/>
                <a:ea typeface="Noto Sans KR"/>
                <a:cs typeface="Noto Sans KR"/>
                <a:sym typeface="Noto Sans KR"/>
              </a:rPr>
              <a:t>2012</a:t>
            </a:r>
            <a:r>
              <a:rPr b="0" i="0" lang="en-US" sz="1800" u="none" cap="none" strike="noStrike">
                <a:solidFill>
                  <a:schemeClr val="dk1"/>
                </a:solidFill>
                <a:latin typeface="Noto Sans KR"/>
                <a:ea typeface="Noto Sans KR"/>
                <a:cs typeface="Noto Sans KR"/>
                <a:sym typeface="Noto Sans KR"/>
              </a:rPr>
              <a:t>, 2025</a:t>
            </a:r>
            <a:endParaRPr b="0" i="0" sz="1800" u="none" cap="none" strike="noStrike">
              <a:solidFill>
                <a:schemeClr val="dk1"/>
              </a:solidFill>
              <a:latin typeface="Noto Sans KR"/>
              <a:ea typeface="Noto Sans KR"/>
              <a:cs typeface="Noto Sans KR"/>
              <a:sym typeface="Noto Sans KR"/>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Noto Sans KR"/>
              <a:ea typeface="Noto Sans KR"/>
              <a:cs typeface="Noto Sans KR"/>
              <a:sym typeface="Noto Sans K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56"/>
          <p:cNvSpPr txBox="1"/>
          <p:nvPr/>
        </p:nvSpPr>
        <p:spPr>
          <a:xfrm>
            <a:off x="548329" y="457595"/>
            <a:ext cx="11086500" cy="387798"/>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A2342"/>
              </a:buClr>
              <a:buSzPts val="2400"/>
              <a:buFont typeface="Arial"/>
              <a:buNone/>
            </a:pPr>
            <a:r>
              <a:rPr b="1" i="0" lang="en-US" sz="2800" u="none" cap="none" strike="noStrike">
                <a:solidFill>
                  <a:schemeClr val="dk1"/>
                </a:solidFill>
                <a:latin typeface="Noto Sans KR"/>
                <a:ea typeface="Noto Sans KR"/>
                <a:cs typeface="Noto Sans KR"/>
                <a:sym typeface="Noto Sans KR"/>
              </a:rPr>
              <a:t>Analog Computing: Specialist</a:t>
            </a:r>
            <a:endParaRPr b="1" i="0" sz="2800" u="none" cap="none" strike="noStrike">
              <a:solidFill>
                <a:schemeClr val="dk1"/>
              </a:solidFill>
              <a:latin typeface="Noto Sans KR"/>
              <a:ea typeface="Noto Sans KR"/>
              <a:cs typeface="Noto Sans KR"/>
              <a:sym typeface="Noto Sans KR"/>
            </a:endParaRPr>
          </a:p>
        </p:txBody>
      </p:sp>
      <p:pic>
        <p:nvPicPr>
          <p:cNvPr descr="What problems can you solve on a quantum annealer? - Ars Technica" id="165" name="Google Shape;165;p56"/>
          <p:cNvPicPr preferRelativeResize="0"/>
          <p:nvPr/>
        </p:nvPicPr>
        <p:blipFill rotWithShape="1">
          <a:blip r:embed="rId3">
            <a:alphaModFix/>
          </a:blip>
          <a:srcRect b="0" l="0" r="0" t="0"/>
          <a:stretch/>
        </p:blipFill>
        <p:spPr>
          <a:xfrm>
            <a:off x="548329" y="1316276"/>
            <a:ext cx="5030309" cy="4024247"/>
          </a:xfrm>
          <a:prstGeom prst="rect">
            <a:avLst/>
          </a:prstGeom>
          <a:noFill/>
          <a:ln>
            <a:noFill/>
          </a:ln>
        </p:spPr>
      </p:pic>
      <p:pic>
        <p:nvPicPr>
          <p:cNvPr descr="Rydberg Atom Quantum Technologies | EQOP" id="166" name="Google Shape;166;p56"/>
          <p:cNvPicPr preferRelativeResize="0"/>
          <p:nvPr/>
        </p:nvPicPr>
        <p:blipFill rotWithShape="1">
          <a:blip r:embed="rId4">
            <a:alphaModFix/>
          </a:blip>
          <a:srcRect b="0" l="0" r="0" t="0"/>
          <a:stretch/>
        </p:blipFill>
        <p:spPr>
          <a:xfrm>
            <a:off x="6613364" y="1316276"/>
            <a:ext cx="4024247" cy="4024247"/>
          </a:xfrm>
          <a:prstGeom prst="rect">
            <a:avLst/>
          </a:prstGeom>
          <a:noFill/>
          <a:ln>
            <a:noFill/>
          </a:ln>
        </p:spPr>
      </p:pic>
      <p:sp>
        <p:nvSpPr>
          <p:cNvPr id="167" name="Google Shape;167;p56"/>
          <p:cNvSpPr txBox="1"/>
          <p:nvPr/>
        </p:nvSpPr>
        <p:spPr>
          <a:xfrm>
            <a:off x="656638" y="5466171"/>
            <a:ext cx="4107549" cy="92328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1800" u="none" cap="none" strike="noStrike">
                <a:solidFill>
                  <a:schemeClr val="dk1"/>
                </a:solidFill>
                <a:latin typeface="Noto Sans KR"/>
                <a:ea typeface="Noto Sans KR"/>
                <a:cs typeface="Noto Sans KR"/>
                <a:sym typeface="Noto Sans KR"/>
              </a:rPr>
              <a:t>Quantum Annealer</a:t>
            </a:r>
            <a:endParaRPr/>
          </a:p>
          <a:p>
            <a:pPr indent="0" lvl="0" marL="0" marR="0" rtl="0" algn="l">
              <a:lnSpc>
                <a:spcPct val="100000"/>
              </a:lnSpc>
              <a:spcBef>
                <a:spcPts val="0"/>
              </a:spcBef>
              <a:spcAft>
                <a:spcPts val="0"/>
              </a:spcAft>
              <a:buClr>
                <a:srgbClr val="000000"/>
              </a:buClr>
              <a:buSzPts val="2800"/>
              <a:buFont typeface="Arial"/>
              <a:buNone/>
            </a:pPr>
            <a:r>
              <a:rPr b="0" i="0" lang="en-US" sz="1800" u="none" cap="none" strike="noStrike">
                <a:solidFill>
                  <a:schemeClr val="dk1"/>
                </a:solidFill>
                <a:latin typeface="Noto Sans KR"/>
                <a:ea typeface="Noto Sans KR"/>
                <a:cs typeface="Noto Sans KR"/>
                <a:sym typeface="Noto Sans KR"/>
              </a:rPr>
              <a:t>QUBO Specialist</a:t>
            </a:r>
            <a:endParaRPr b="0" i="0" sz="1800" u="none" cap="none" strike="noStrike">
              <a:solidFill>
                <a:schemeClr val="dk1"/>
              </a:solidFill>
              <a:latin typeface="Noto Sans KR"/>
              <a:ea typeface="Noto Sans KR"/>
              <a:cs typeface="Noto Sans KR"/>
              <a:sym typeface="Noto Sans KR"/>
            </a:endParaRPr>
          </a:p>
          <a:p>
            <a:pPr indent="0" lvl="0" marL="0" marR="0" rtl="0" algn="l">
              <a:lnSpc>
                <a:spcPct val="100000"/>
              </a:lnSpc>
              <a:spcBef>
                <a:spcPts val="0"/>
              </a:spcBef>
              <a:spcAft>
                <a:spcPts val="0"/>
              </a:spcAft>
              <a:buClr>
                <a:srgbClr val="000000"/>
              </a:buClr>
              <a:buSzPts val="2800"/>
              <a:buFont typeface="Arial"/>
              <a:buNone/>
            </a:pPr>
            <a:r>
              <a:t/>
            </a:r>
            <a:endParaRPr b="0" i="0" sz="1800" u="none" cap="none" strike="noStrike">
              <a:solidFill>
                <a:schemeClr val="dk1"/>
              </a:solidFill>
              <a:latin typeface="Noto Sans KR"/>
              <a:ea typeface="Noto Sans KR"/>
              <a:cs typeface="Noto Sans KR"/>
              <a:sym typeface="Noto Sans KR"/>
            </a:endParaRPr>
          </a:p>
        </p:txBody>
      </p:sp>
      <p:sp>
        <p:nvSpPr>
          <p:cNvPr id="168" name="Google Shape;168;p56"/>
          <p:cNvSpPr txBox="1"/>
          <p:nvPr/>
        </p:nvSpPr>
        <p:spPr>
          <a:xfrm>
            <a:off x="6613364" y="5466172"/>
            <a:ext cx="4107549" cy="92328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1800" u="none" cap="none" strike="noStrike">
                <a:solidFill>
                  <a:schemeClr val="dk1"/>
                </a:solidFill>
                <a:latin typeface="Noto Sans KR"/>
                <a:ea typeface="Noto Sans KR"/>
                <a:cs typeface="Noto Sans KR"/>
                <a:sym typeface="Noto Sans KR"/>
              </a:rPr>
              <a:t>Neutral Atom</a:t>
            </a:r>
            <a:endParaRPr/>
          </a:p>
          <a:p>
            <a:pPr indent="0" lvl="0" marL="0" marR="0" rtl="0" algn="l">
              <a:lnSpc>
                <a:spcPct val="100000"/>
              </a:lnSpc>
              <a:spcBef>
                <a:spcPts val="0"/>
              </a:spcBef>
              <a:spcAft>
                <a:spcPts val="0"/>
              </a:spcAft>
              <a:buClr>
                <a:srgbClr val="000000"/>
              </a:buClr>
              <a:buSzPts val="2800"/>
              <a:buFont typeface="Arial"/>
              <a:buNone/>
            </a:pPr>
            <a:r>
              <a:rPr b="0" i="0" lang="en-US" sz="1800" u="none" cap="none" strike="noStrike">
                <a:solidFill>
                  <a:schemeClr val="dk1"/>
                </a:solidFill>
                <a:latin typeface="Noto Sans KR"/>
                <a:ea typeface="Noto Sans KR"/>
                <a:cs typeface="Noto Sans KR"/>
                <a:sym typeface="Noto Sans KR"/>
              </a:rPr>
              <a:t>MIS Specialist</a:t>
            </a:r>
            <a:endParaRPr b="0" i="0" sz="1800" u="none" cap="none" strike="noStrike">
              <a:solidFill>
                <a:schemeClr val="dk1"/>
              </a:solidFill>
              <a:latin typeface="Noto Sans KR"/>
              <a:ea typeface="Noto Sans KR"/>
              <a:cs typeface="Noto Sans KR"/>
              <a:sym typeface="Noto Sans KR"/>
            </a:endParaRPr>
          </a:p>
          <a:p>
            <a:pPr indent="0" lvl="0" marL="0" marR="0" rtl="0" algn="l">
              <a:lnSpc>
                <a:spcPct val="100000"/>
              </a:lnSpc>
              <a:spcBef>
                <a:spcPts val="0"/>
              </a:spcBef>
              <a:spcAft>
                <a:spcPts val="0"/>
              </a:spcAft>
              <a:buClr>
                <a:srgbClr val="000000"/>
              </a:buClr>
              <a:buSzPts val="2800"/>
              <a:buFont typeface="Arial"/>
              <a:buNone/>
            </a:pPr>
            <a:r>
              <a:t/>
            </a:r>
            <a:endParaRPr b="0" i="0" sz="1800" u="none" cap="none" strike="noStrike">
              <a:solidFill>
                <a:schemeClr val="dk1"/>
              </a:solidFill>
              <a:latin typeface="Noto Sans KR"/>
              <a:ea typeface="Noto Sans KR"/>
              <a:cs typeface="Noto Sans KR"/>
              <a:sym typeface="Noto Sans K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57"/>
          <p:cNvSpPr txBox="1"/>
          <p:nvPr/>
        </p:nvSpPr>
        <p:spPr>
          <a:xfrm>
            <a:off x="548329" y="457595"/>
            <a:ext cx="11086500" cy="387798"/>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A2342"/>
              </a:buClr>
              <a:buSzPts val="2400"/>
              <a:buFont typeface="Arial"/>
              <a:buNone/>
            </a:pPr>
            <a:r>
              <a:rPr b="1" i="0" lang="en-US" sz="2800" u="none" cap="none" strike="noStrike">
                <a:solidFill>
                  <a:schemeClr val="dk1"/>
                </a:solidFill>
                <a:latin typeface="Noto Sans KR"/>
                <a:ea typeface="Noto Sans KR"/>
                <a:cs typeface="Noto Sans KR"/>
                <a:sym typeface="Noto Sans KR"/>
              </a:rPr>
              <a:t>Gate-base Computing: Generalist</a:t>
            </a:r>
            <a:endParaRPr b="1" i="0" sz="2800" u="none" cap="none" strike="noStrike">
              <a:solidFill>
                <a:schemeClr val="dk1"/>
              </a:solidFill>
              <a:latin typeface="Noto Sans KR"/>
              <a:ea typeface="Noto Sans KR"/>
              <a:cs typeface="Noto Sans KR"/>
              <a:sym typeface="Noto Sans KR"/>
            </a:endParaRPr>
          </a:p>
        </p:txBody>
      </p:sp>
      <p:sp>
        <p:nvSpPr>
          <p:cNvPr id="174" name="Google Shape;174;p57"/>
          <p:cNvSpPr txBox="1"/>
          <p:nvPr/>
        </p:nvSpPr>
        <p:spPr>
          <a:xfrm>
            <a:off x="2373612" y="5501907"/>
            <a:ext cx="4107549" cy="80017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1800" u="none" cap="none" strike="noStrike">
                <a:solidFill>
                  <a:schemeClr val="dk1"/>
                </a:solidFill>
                <a:latin typeface="Noto Sans KR"/>
                <a:ea typeface="Noto Sans KR"/>
                <a:cs typeface="Noto Sans KR"/>
                <a:sym typeface="Noto Sans KR"/>
              </a:rPr>
              <a:t>Superconducting</a:t>
            </a:r>
            <a:endParaRPr b="0" i="0" sz="1800" u="none" cap="none" strike="noStrike">
              <a:solidFill>
                <a:schemeClr val="dk1"/>
              </a:solidFill>
              <a:latin typeface="Noto Sans KR"/>
              <a:ea typeface="Noto Sans KR"/>
              <a:cs typeface="Noto Sans KR"/>
              <a:sym typeface="Noto Sans KR"/>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Noto Sans KR"/>
              <a:ea typeface="Noto Sans KR"/>
              <a:cs typeface="Noto Sans KR"/>
              <a:sym typeface="Noto Sans KR"/>
            </a:endParaRPr>
          </a:p>
        </p:txBody>
      </p:sp>
      <p:sp>
        <p:nvSpPr>
          <p:cNvPr id="175" name="Google Shape;175;p57"/>
          <p:cNvSpPr txBox="1"/>
          <p:nvPr/>
        </p:nvSpPr>
        <p:spPr>
          <a:xfrm>
            <a:off x="8167605" y="5541723"/>
            <a:ext cx="4107549" cy="80017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1800" u="none" cap="none" strike="noStrike">
                <a:solidFill>
                  <a:schemeClr val="dk1"/>
                </a:solidFill>
                <a:latin typeface="Noto Sans KR"/>
                <a:ea typeface="Noto Sans KR"/>
                <a:cs typeface="Noto Sans KR"/>
                <a:sym typeface="Noto Sans KR"/>
              </a:rPr>
              <a:t>Ion Trap</a:t>
            </a:r>
            <a:endParaRPr b="0" i="0" sz="1800" u="none" cap="none" strike="noStrike">
              <a:solidFill>
                <a:schemeClr val="dk1"/>
              </a:solidFill>
              <a:latin typeface="Noto Sans KR"/>
              <a:ea typeface="Noto Sans KR"/>
              <a:cs typeface="Noto Sans KR"/>
              <a:sym typeface="Noto Sans KR"/>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Noto Sans KR"/>
              <a:ea typeface="Noto Sans KR"/>
              <a:cs typeface="Noto Sans KR"/>
              <a:sym typeface="Noto Sans KR"/>
            </a:endParaRPr>
          </a:p>
        </p:txBody>
      </p:sp>
      <p:pic>
        <p:nvPicPr>
          <p:cNvPr descr="Transmon - Wikipedia" id="176" name="Google Shape;176;p57"/>
          <p:cNvPicPr preferRelativeResize="0"/>
          <p:nvPr/>
        </p:nvPicPr>
        <p:blipFill rotWithShape="1">
          <a:blip r:embed="rId3">
            <a:alphaModFix/>
          </a:blip>
          <a:srcRect b="0" l="0" r="0" t="0"/>
          <a:stretch/>
        </p:blipFill>
        <p:spPr>
          <a:xfrm>
            <a:off x="1310824" y="1307482"/>
            <a:ext cx="4096966" cy="4158690"/>
          </a:xfrm>
          <a:prstGeom prst="rect">
            <a:avLst/>
          </a:prstGeom>
          <a:noFill/>
          <a:ln>
            <a:noFill/>
          </a:ln>
        </p:spPr>
      </p:pic>
      <p:pic>
        <p:nvPicPr>
          <p:cNvPr descr="Ion-based commercial quantum computer is a first – Physics World" id="177" name="Google Shape;177;p57"/>
          <p:cNvPicPr preferRelativeResize="0"/>
          <p:nvPr/>
        </p:nvPicPr>
        <p:blipFill rotWithShape="1">
          <a:blip r:embed="rId4">
            <a:alphaModFix/>
          </a:blip>
          <a:srcRect b="0" l="0" r="0" t="0"/>
          <a:stretch/>
        </p:blipFill>
        <p:spPr>
          <a:xfrm>
            <a:off x="5908414" y="1938082"/>
            <a:ext cx="5094949" cy="35638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58"/>
          <p:cNvSpPr txBox="1"/>
          <p:nvPr/>
        </p:nvSpPr>
        <p:spPr>
          <a:xfrm>
            <a:off x="548329" y="457595"/>
            <a:ext cx="11086500" cy="387798"/>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A2342"/>
              </a:buClr>
              <a:buSzPts val="2400"/>
              <a:buFont typeface="Arial"/>
              <a:buNone/>
            </a:pPr>
            <a:r>
              <a:rPr b="1" i="0" lang="en-US" sz="2800" u="none" cap="none" strike="noStrike">
                <a:solidFill>
                  <a:schemeClr val="dk1"/>
                </a:solidFill>
                <a:latin typeface="Noto Sans KR"/>
                <a:ea typeface="Noto Sans KR"/>
                <a:cs typeface="Noto Sans KR"/>
                <a:sym typeface="Noto Sans KR"/>
              </a:rPr>
              <a:t>Liers. T</a:t>
            </a:r>
            <a:endParaRPr b="1" i="0" sz="2800" u="none" cap="none" strike="noStrike">
              <a:solidFill>
                <a:schemeClr val="dk1"/>
              </a:solidFill>
              <a:latin typeface="Noto Sans KR"/>
              <a:ea typeface="Noto Sans KR"/>
              <a:cs typeface="Noto Sans KR"/>
              <a:sym typeface="Noto Sans KR"/>
            </a:endParaRPr>
          </a:p>
        </p:txBody>
      </p:sp>
      <p:sp>
        <p:nvSpPr>
          <p:cNvPr id="183" name="Google Shape;183;p58"/>
          <p:cNvSpPr txBox="1"/>
          <p:nvPr/>
        </p:nvSpPr>
        <p:spPr>
          <a:xfrm>
            <a:off x="647964" y="1326610"/>
            <a:ext cx="3619236" cy="3309455"/>
          </a:xfrm>
          <a:prstGeom prst="rect">
            <a:avLst/>
          </a:prstGeom>
          <a:blipFill rotWithShape="1">
            <a:blip r:embed="rId3">
              <a:alphaModFix/>
            </a:blip>
            <a:stretch>
              <a:fillRect b="0" l="-3030" r="0" t="-1105"/>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Arial"/>
                <a:ea typeface="Arial"/>
                <a:cs typeface="Arial"/>
                <a:sym typeface="Arial"/>
              </a:rPr>
              <a:t> </a:t>
            </a:r>
            <a:endParaRPr/>
          </a:p>
        </p:txBody>
      </p:sp>
      <p:sp>
        <p:nvSpPr>
          <p:cNvPr id="184" name="Google Shape;184;p58"/>
          <p:cNvSpPr txBox="1"/>
          <p:nvPr/>
        </p:nvSpPr>
        <p:spPr>
          <a:xfrm>
            <a:off x="4766723" y="1326610"/>
            <a:ext cx="6206077" cy="4393791"/>
          </a:xfrm>
          <a:prstGeom prst="rect">
            <a:avLst/>
          </a:prstGeom>
          <a:blipFill rotWithShape="1">
            <a:blip r:embed="rId4">
              <a:alphaModFix/>
            </a:blip>
            <a:stretch>
              <a:fillRect b="-3056" l="-1768" r="0" t="-833"/>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Arial"/>
                <a:ea typeface="Arial"/>
                <a:cs typeface="Arial"/>
                <a:sym typeface="Arial"/>
              </a:rPr>
              <a:t>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g3c200775b63_2_183"/>
          <p:cNvSpPr txBox="1"/>
          <p:nvPr>
            <p:ph type="title"/>
          </p:nvPr>
        </p:nvSpPr>
        <p:spPr>
          <a:xfrm>
            <a:off x="838200" y="413616"/>
            <a:ext cx="10515600" cy="854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Noto Sans KR"/>
              <a:buNone/>
            </a:pPr>
            <a:r>
              <a:rPr b="1" lang="en-US"/>
              <a:t>2. Superconducting Qubits</a:t>
            </a:r>
            <a:endParaRPr b="1"/>
          </a:p>
        </p:txBody>
      </p:sp>
      <p:sp>
        <p:nvSpPr>
          <p:cNvPr id="190" name="Google Shape;190;g3c200775b63_2_183"/>
          <p:cNvSpPr txBox="1"/>
          <p:nvPr>
            <p:ph idx="1" type="body"/>
          </p:nvPr>
        </p:nvSpPr>
        <p:spPr>
          <a:xfrm>
            <a:off x="838200" y="1474932"/>
            <a:ext cx="10515600" cy="63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18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59"/>
          <p:cNvSpPr txBox="1"/>
          <p:nvPr/>
        </p:nvSpPr>
        <p:spPr>
          <a:xfrm>
            <a:off x="548329" y="457595"/>
            <a:ext cx="11086500" cy="387798"/>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A2342"/>
              </a:buClr>
              <a:buSzPts val="2400"/>
              <a:buFont typeface="Arial"/>
              <a:buNone/>
            </a:pPr>
            <a:r>
              <a:rPr b="1" i="0" lang="en-US" sz="2800" u="none" cap="none" strike="noStrike">
                <a:solidFill>
                  <a:schemeClr val="dk1"/>
                </a:solidFill>
                <a:latin typeface="Noto Sans KR"/>
                <a:ea typeface="Noto Sans KR"/>
                <a:cs typeface="Noto Sans KR"/>
                <a:sym typeface="Noto Sans KR"/>
              </a:rPr>
              <a:t>Superconducting Quantum Computer</a:t>
            </a:r>
            <a:endParaRPr b="1" i="0" sz="2800" u="none" cap="none" strike="noStrike">
              <a:solidFill>
                <a:schemeClr val="dk1"/>
              </a:solidFill>
              <a:latin typeface="Noto Sans KR"/>
              <a:ea typeface="Noto Sans KR"/>
              <a:cs typeface="Noto Sans KR"/>
              <a:sym typeface="Noto Sans KR"/>
            </a:endParaRPr>
          </a:p>
        </p:txBody>
      </p:sp>
      <p:pic>
        <p:nvPicPr>
          <p:cNvPr descr="Quantum computing: Superconducting qubits have passed a key quantum test |  New Scientist" id="196" name="Google Shape;196;p59"/>
          <p:cNvPicPr preferRelativeResize="0"/>
          <p:nvPr/>
        </p:nvPicPr>
        <p:blipFill rotWithShape="1">
          <a:blip r:embed="rId3">
            <a:alphaModFix/>
          </a:blip>
          <a:srcRect b="0" l="0" r="0" t="0"/>
          <a:stretch/>
        </p:blipFill>
        <p:spPr>
          <a:xfrm>
            <a:off x="1404999" y="1992744"/>
            <a:ext cx="4830786" cy="3220524"/>
          </a:xfrm>
          <a:prstGeom prst="rect">
            <a:avLst/>
          </a:prstGeom>
          <a:noFill/>
          <a:ln>
            <a:noFill/>
          </a:ln>
        </p:spPr>
      </p:pic>
      <p:pic>
        <p:nvPicPr>
          <p:cNvPr descr="Revealed: Google's plan for quantum computer supremacy | New Scientist" id="197" name="Google Shape;197;p59"/>
          <p:cNvPicPr preferRelativeResize="0"/>
          <p:nvPr/>
        </p:nvPicPr>
        <p:blipFill rotWithShape="1">
          <a:blip r:embed="rId4">
            <a:alphaModFix/>
          </a:blip>
          <a:srcRect b="0" l="0" r="0" t="0"/>
          <a:stretch/>
        </p:blipFill>
        <p:spPr>
          <a:xfrm>
            <a:off x="6367647" y="1992745"/>
            <a:ext cx="4830785" cy="322052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60"/>
          <p:cNvSpPr txBox="1"/>
          <p:nvPr/>
        </p:nvSpPr>
        <p:spPr>
          <a:xfrm>
            <a:off x="548329" y="457595"/>
            <a:ext cx="11086500" cy="387798"/>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A2342"/>
              </a:buClr>
              <a:buSzPts val="2400"/>
              <a:buFont typeface="Arial"/>
              <a:buNone/>
            </a:pPr>
            <a:r>
              <a:rPr b="1" i="0" lang="en-US" sz="2800" u="none" cap="none" strike="noStrike">
                <a:solidFill>
                  <a:schemeClr val="dk1"/>
                </a:solidFill>
                <a:latin typeface="Noto Sans KR"/>
                <a:ea typeface="Noto Sans KR"/>
                <a:cs typeface="Noto Sans KR"/>
                <a:sym typeface="Noto Sans KR"/>
              </a:rPr>
              <a:t>Superconductivity depends on Temperature</a:t>
            </a:r>
            <a:endParaRPr b="1" i="0" sz="2800" u="none" cap="none" strike="noStrike">
              <a:solidFill>
                <a:schemeClr val="dk1"/>
              </a:solidFill>
              <a:latin typeface="Noto Sans KR"/>
              <a:ea typeface="Noto Sans KR"/>
              <a:cs typeface="Noto Sans KR"/>
              <a:sym typeface="Noto Sans KR"/>
            </a:endParaRPr>
          </a:p>
        </p:txBody>
      </p:sp>
      <p:pic>
        <p:nvPicPr>
          <p:cNvPr descr="Superconductivity - Questions and Answers ​in MRI" id="203" name="Google Shape;203;p60"/>
          <p:cNvPicPr preferRelativeResize="0"/>
          <p:nvPr/>
        </p:nvPicPr>
        <p:blipFill rotWithShape="1">
          <a:blip r:embed="rId3">
            <a:alphaModFix/>
          </a:blip>
          <a:srcRect b="0" l="0" r="0" t="0"/>
          <a:stretch/>
        </p:blipFill>
        <p:spPr>
          <a:xfrm>
            <a:off x="349024" y="1228294"/>
            <a:ext cx="5079320" cy="4139344"/>
          </a:xfrm>
          <a:prstGeom prst="rect">
            <a:avLst/>
          </a:prstGeom>
          <a:noFill/>
          <a:ln>
            <a:noFill/>
          </a:ln>
        </p:spPr>
      </p:pic>
      <p:pic>
        <p:nvPicPr>
          <p:cNvPr descr="Scientists unlocked a superconductor mystery under crushing pressure |  ScienceDaily" id="204" name="Google Shape;204;p60"/>
          <p:cNvPicPr preferRelativeResize="0"/>
          <p:nvPr/>
        </p:nvPicPr>
        <p:blipFill rotWithShape="1">
          <a:blip r:embed="rId4">
            <a:alphaModFix/>
          </a:blip>
          <a:srcRect b="0" l="0" r="0" t="0"/>
          <a:stretch/>
        </p:blipFill>
        <p:spPr>
          <a:xfrm>
            <a:off x="5933588" y="1897283"/>
            <a:ext cx="5909388" cy="3309257"/>
          </a:xfrm>
          <a:prstGeom prst="rect">
            <a:avLst/>
          </a:prstGeom>
          <a:noFill/>
          <a:ln>
            <a:noFill/>
          </a:ln>
        </p:spPr>
      </p:pic>
      <p:sp>
        <p:nvSpPr>
          <p:cNvPr id="205" name="Google Shape;205;p60"/>
          <p:cNvSpPr txBox="1"/>
          <p:nvPr/>
        </p:nvSpPr>
        <p:spPr>
          <a:xfrm>
            <a:off x="834909" y="5473046"/>
            <a:ext cx="5682005" cy="64629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1800" u="none" cap="none" strike="noStrike">
                <a:solidFill>
                  <a:schemeClr val="dk1"/>
                </a:solidFill>
                <a:latin typeface="Noto Sans KR"/>
                <a:ea typeface="Noto Sans KR"/>
                <a:cs typeface="Noto Sans KR"/>
                <a:sym typeface="Noto Sans KR"/>
              </a:rPr>
              <a:t>Zero Electrical Resistance</a:t>
            </a:r>
            <a:endParaRPr b="0" i="0" sz="1800" u="none" cap="none" strike="noStrike">
              <a:solidFill>
                <a:schemeClr val="dk1"/>
              </a:solidFill>
              <a:latin typeface="Noto Sans KR"/>
              <a:ea typeface="Noto Sans KR"/>
              <a:cs typeface="Noto Sans KR"/>
              <a:sym typeface="Noto Sans KR"/>
            </a:endParaRPr>
          </a:p>
          <a:p>
            <a:pPr indent="0" lvl="0" marL="0" marR="0" rtl="0" algn="l">
              <a:lnSpc>
                <a:spcPct val="100000"/>
              </a:lnSpc>
              <a:spcBef>
                <a:spcPts val="0"/>
              </a:spcBef>
              <a:spcAft>
                <a:spcPts val="0"/>
              </a:spcAft>
              <a:buClr>
                <a:srgbClr val="000000"/>
              </a:buClr>
              <a:buSzPts val="2800"/>
              <a:buFont typeface="Arial"/>
              <a:buNone/>
            </a:pPr>
            <a:r>
              <a:t/>
            </a:r>
            <a:endParaRPr b="0" i="0" sz="1800" u="none" cap="none" strike="noStrike">
              <a:solidFill>
                <a:schemeClr val="dk1"/>
              </a:solidFill>
              <a:latin typeface="Noto Sans KR"/>
              <a:ea typeface="Noto Sans KR"/>
              <a:cs typeface="Noto Sans KR"/>
              <a:sym typeface="Noto Sans KR"/>
            </a:endParaRPr>
          </a:p>
        </p:txBody>
      </p:sp>
      <p:sp>
        <p:nvSpPr>
          <p:cNvPr id="206" name="Google Shape;206;p60"/>
          <p:cNvSpPr txBox="1"/>
          <p:nvPr/>
        </p:nvSpPr>
        <p:spPr>
          <a:xfrm>
            <a:off x="6270509" y="5446338"/>
            <a:ext cx="5682005" cy="64629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1800" u="none" cap="none" strike="noStrike">
                <a:solidFill>
                  <a:schemeClr val="dk1"/>
                </a:solidFill>
                <a:latin typeface="Noto Sans KR"/>
                <a:ea typeface="Noto Sans KR"/>
                <a:cs typeface="Noto Sans KR"/>
                <a:sym typeface="Noto Sans KR"/>
              </a:rPr>
              <a:t>Meissner Effect</a:t>
            </a:r>
            <a:endParaRPr b="0" i="0" sz="1800" u="none" cap="none" strike="noStrike">
              <a:solidFill>
                <a:schemeClr val="dk1"/>
              </a:solidFill>
              <a:latin typeface="Noto Sans KR"/>
              <a:ea typeface="Noto Sans KR"/>
              <a:cs typeface="Noto Sans KR"/>
              <a:sym typeface="Noto Sans KR"/>
            </a:endParaRPr>
          </a:p>
          <a:p>
            <a:pPr indent="0" lvl="0" marL="0" marR="0" rtl="0" algn="l">
              <a:lnSpc>
                <a:spcPct val="100000"/>
              </a:lnSpc>
              <a:spcBef>
                <a:spcPts val="0"/>
              </a:spcBef>
              <a:spcAft>
                <a:spcPts val="0"/>
              </a:spcAft>
              <a:buClr>
                <a:srgbClr val="000000"/>
              </a:buClr>
              <a:buSzPts val="2800"/>
              <a:buFont typeface="Arial"/>
              <a:buNone/>
            </a:pPr>
            <a:r>
              <a:t/>
            </a:r>
            <a:endParaRPr b="0" i="0" sz="1800" u="none" cap="none" strike="noStrike">
              <a:solidFill>
                <a:schemeClr val="dk1"/>
              </a:solidFill>
              <a:latin typeface="Noto Sans KR"/>
              <a:ea typeface="Noto Sans KR"/>
              <a:cs typeface="Noto Sans KR"/>
              <a:sym typeface="Noto Sans K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61"/>
          <p:cNvSpPr txBox="1"/>
          <p:nvPr/>
        </p:nvSpPr>
        <p:spPr>
          <a:xfrm>
            <a:off x="548329" y="457595"/>
            <a:ext cx="11086500" cy="387798"/>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A2342"/>
              </a:buClr>
              <a:buSzPts val="2400"/>
              <a:buFont typeface="Arial"/>
              <a:buNone/>
            </a:pPr>
            <a:r>
              <a:rPr b="1" i="0" lang="en-US" sz="2800" u="none" cap="none" strike="noStrike">
                <a:solidFill>
                  <a:schemeClr val="dk1"/>
                </a:solidFill>
                <a:latin typeface="Noto Sans KR"/>
                <a:ea typeface="Noto Sans KR"/>
                <a:cs typeface="Noto Sans KR"/>
                <a:sym typeface="Noto Sans KR"/>
              </a:rPr>
              <a:t>Temperature Diagram of Superconducting Quantum Computer</a:t>
            </a:r>
            <a:endParaRPr b="1" i="0" sz="2800" u="none" cap="none" strike="noStrike">
              <a:solidFill>
                <a:schemeClr val="dk1"/>
              </a:solidFill>
              <a:latin typeface="Noto Sans KR"/>
              <a:ea typeface="Noto Sans KR"/>
              <a:cs typeface="Noto Sans KR"/>
              <a:sym typeface="Noto Sans KR"/>
            </a:endParaRPr>
          </a:p>
        </p:txBody>
      </p:sp>
      <p:pic>
        <p:nvPicPr>
          <p:cNvPr descr="A simulation methodology for superconducting qubit readout fidelity -  ScienceDirect" id="212" name="Google Shape;212;p61"/>
          <p:cNvPicPr preferRelativeResize="0"/>
          <p:nvPr/>
        </p:nvPicPr>
        <p:blipFill rotWithShape="1">
          <a:blip r:embed="rId3">
            <a:alphaModFix/>
          </a:blip>
          <a:srcRect b="0" l="0" r="0" t="0"/>
          <a:stretch/>
        </p:blipFill>
        <p:spPr>
          <a:xfrm>
            <a:off x="764247" y="1220717"/>
            <a:ext cx="5176838" cy="5329506"/>
          </a:xfrm>
          <a:prstGeom prst="rect">
            <a:avLst/>
          </a:prstGeom>
          <a:noFill/>
          <a:ln>
            <a:noFill/>
          </a:ln>
        </p:spPr>
      </p:pic>
      <p:sp>
        <p:nvSpPr>
          <p:cNvPr id="213" name="Google Shape;213;p61"/>
          <p:cNvSpPr txBox="1"/>
          <p:nvPr/>
        </p:nvSpPr>
        <p:spPr>
          <a:xfrm>
            <a:off x="8794750" y="6550223"/>
            <a:ext cx="6096000"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sng" cap="none" strike="noStrike">
                <a:solidFill>
                  <a:srgbClr val="0272B1"/>
                </a:solidFill>
                <a:latin typeface="Noto Sans KR"/>
                <a:ea typeface="Noto Sans KR"/>
                <a:cs typeface="Noto Sans KR"/>
                <a:sym typeface="Noto Sans KR"/>
                <a:hlinkClick r:id="rId4">
                  <a:extLst>
                    <a:ext uri="{A12FA001-AC4F-418D-AE19-62706E023703}">
                      <ahyp:hlinkClr val="tx"/>
                    </a:ext>
                  </a:extLst>
                </a:hlinkClick>
              </a:rPr>
              <a:t>https://doi.org/10.1016/j.sse.2022.108582</a:t>
            </a:r>
            <a:endParaRPr b="0" i="0" sz="1400" u="none" cap="none" strike="noStrike">
              <a:solidFill>
                <a:srgbClr val="000000"/>
              </a:solidFill>
              <a:latin typeface="Arial"/>
              <a:ea typeface="Arial"/>
              <a:cs typeface="Arial"/>
              <a:sym typeface="Arial"/>
            </a:endParaRPr>
          </a:p>
        </p:txBody>
      </p:sp>
      <p:sp>
        <p:nvSpPr>
          <p:cNvPr id="214" name="Google Shape;214;p61"/>
          <p:cNvSpPr txBox="1"/>
          <p:nvPr/>
        </p:nvSpPr>
        <p:spPr>
          <a:xfrm>
            <a:off x="5843417" y="2119857"/>
            <a:ext cx="5682005" cy="369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1800" u="none" cap="none" strike="noStrike">
                <a:solidFill>
                  <a:schemeClr val="dk1"/>
                </a:solidFill>
                <a:latin typeface="Noto Sans KR"/>
                <a:ea typeface="Noto Sans KR"/>
                <a:cs typeface="Noto Sans KR"/>
                <a:sym typeface="Noto Sans KR"/>
              </a:rPr>
              <a:t>Room Temperature</a:t>
            </a:r>
            <a:endParaRPr b="0" i="0" sz="1800" u="none" cap="none" strike="noStrike">
              <a:solidFill>
                <a:schemeClr val="dk1"/>
              </a:solidFill>
              <a:latin typeface="Noto Sans KR"/>
              <a:ea typeface="Noto Sans KR"/>
              <a:cs typeface="Noto Sans KR"/>
              <a:sym typeface="Noto Sans KR"/>
            </a:endParaRPr>
          </a:p>
        </p:txBody>
      </p:sp>
      <p:sp>
        <p:nvSpPr>
          <p:cNvPr id="215" name="Google Shape;215;p61"/>
          <p:cNvSpPr txBox="1"/>
          <p:nvPr/>
        </p:nvSpPr>
        <p:spPr>
          <a:xfrm>
            <a:off x="5843416" y="2489148"/>
            <a:ext cx="5682005" cy="369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1800" u="none" cap="none" strike="noStrike">
                <a:solidFill>
                  <a:schemeClr val="dk1"/>
                </a:solidFill>
                <a:latin typeface="Noto Sans KR"/>
                <a:ea typeface="Noto Sans KR"/>
                <a:cs typeface="Noto Sans KR"/>
                <a:sym typeface="Noto Sans KR"/>
              </a:rPr>
              <a:t>Mechanical Cooling</a:t>
            </a:r>
            <a:endParaRPr b="0" i="0" sz="1800" u="none" cap="none" strike="noStrike">
              <a:solidFill>
                <a:schemeClr val="dk1"/>
              </a:solidFill>
              <a:latin typeface="Noto Sans KR"/>
              <a:ea typeface="Noto Sans KR"/>
              <a:cs typeface="Noto Sans KR"/>
              <a:sym typeface="Noto Sans KR"/>
            </a:endParaRPr>
          </a:p>
        </p:txBody>
      </p:sp>
      <p:sp>
        <p:nvSpPr>
          <p:cNvPr id="216" name="Google Shape;216;p61"/>
          <p:cNvSpPr txBox="1"/>
          <p:nvPr/>
        </p:nvSpPr>
        <p:spPr>
          <a:xfrm>
            <a:off x="5843416" y="3757579"/>
            <a:ext cx="5682005" cy="369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1800" u="none" cap="none" strike="noStrike">
                <a:solidFill>
                  <a:schemeClr val="dk1"/>
                </a:solidFill>
                <a:latin typeface="Noto Sans KR"/>
                <a:ea typeface="Noto Sans KR"/>
                <a:cs typeface="Noto Sans KR"/>
                <a:sym typeface="Noto Sans KR"/>
              </a:rPr>
              <a:t>Enthalpy cooling</a:t>
            </a:r>
            <a:endParaRPr b="0" i="0" sz="1800" u="none" cap="none" strike="noStrike">
              <a:solidFill>
                <a:schemeClr val="dk1"/>
              </a:solidFill>
              <a:latin typeface="Noto Sans KR"/>
              <a:ea typeface="Noto Sans KR"/>
              <a:cs typeface="Noto Sans KR"/>
              <a:sym typeface="Noto Sans KR"/>
            </a:endParaRPr>
          </a:p>
        </p:txBody>
      </p:sp>
      <p:sp>
        <p:nvSpPr>
          <p:cNvPr id="217" name="Google Shape;217;p61"/>
          <p:cNvSpPr txBox="1"/>
          <p:nvPr/>
        </p:nvSpPr>
        <p:spPr>
          <a:xfrm>
            <a:off x="5843415" y="3187073"/>
            <a:ext cx="5682005" cy="369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1800" u="none" cap="none" strike="noStrike">
                <a:solidFill>
                  <a:schemeClr val="dk1"/>
                </a:solidFill>
                <a:latin typeface="Noto Sans KR"/>
                <a:ea typeface="Noto Sans KR"/>
                <a:cs typeface="Noto Sans KR"/>
                <a:sym typeface="Noto Sans KR"/>
              </a:rPr>
              <a:t>Space Temperature(2.7K)</a:t>
            </a:r>
            <a:endParaRPr b="0" i="0" sz="1800" u="none" cap="none" strike="noStrike">
              <a:solidFill>
                <a:schemeClr val="dk1"/>
              </a:solidFill>
              <a:latin typeface="Noto Sans KR"/>
              <a:ea typeface="Noto Sans KR"/>
              <a:cs typeface="Noto Sans KR"/>
              <a:sym typeface="Noto Sans K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62"/>
          <p:cNvSpPr txBox="1"/>
          <p:nvPr/>
        </p:nvSpPr>
        <p:spPr>
          <a:xfrm>
            <a:off x="548329" y="457595"/>
            <a:ext cx="11086500" cy="387798"/>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A2342"/>
              </a:buClr>
              <a:buSzPts val="2400"/>
              <a:buFont typeface="Arial"/>
              <a:buNone/>
            </a:pPr>
            <a:r>
              <a:rPr b="1" i="0" lang="en-US" sz="2800" u="none" cap="none" strike="noStrike">
                <a:solidFill>
                  <a:schemeClr val="dk1"/>
                </a:solidFill>
                <a:latin typeface="Noto Sans KR"/>
                <a:ea typeface="Noto Sans KR"/>
                <a:cs typeface="Noto Sans KR"/>
                <a:sym typeface="Noto Sans KR"/>
              </a:rPr>
              <a:t>Superconducting Qubit Circuits</a:t>
            </a:r>
            <a:endParaRPr b="1" i="0" sz="2800" u="none" cap="none" strike="noStrike">
              <a:solidFill>
                <a:schemeClr val="dk1"/>
              </a:solidFill>
              <a:latin typeface="Noto Sans KR"/>
              <a:ea typeface="Noto Sans KR"/>
              <a:cs typeface="Noto Sans KR"/>
              <a:sym typeface="Noto Sans KR"/>
            </a:endParaRPr>
          </a:p>
        </p:txBody>
      </p:sp>
      <p:pic>
        <p:nvPicPr>
          <p:cNvPr descr="A Brief Overview of Superconducting Circuit Qubit Types" id="223" name="Google Shape;223;p62"/>
          <p:cNvPicPr preferRelativeResize="0"/>
          <p:nvPr/>
        </p:nvPicPr>
        <p:blipFill rotWithShape="1">
          <a:blip r:embed="rId3">
            <a:alphaModFix/>
          </a:blip>
          <a:srcRect b="0" l="0" r="0" t="0"/>
          <a:stretch/>
        </p:blipFill>
        <p:spPr>
          <a:xfrm>
            <a:off x="460893" y="1287072"/>
            <a:ext cx="7023297" cy="4429291"/>
          </a:xfrm>
          <a:prstGeom prst="rect">
            <a:avLst/>
          </a:prstGeom>
          <a:noFill/>
          <a:ln>
            <a:noFill/>
          </a:ln>
        </p:spPr>
      </p:pic>
      <p:sp>
        <p:nvSpPr>
          <p:cNvPr id="224" name="Google Shape;224;p62"/>
          <p:cNvSpPr txBox="1"/>
          <p:nvPr/>
        </p:nvSpPr>
        <p:spPr>
          <a:xfrm>
            <a:off x="7484190" y="1287072"/>
            <a:ext cx="4246917" cy="14772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1800" u="none" cap="none" strike="noStrike">
                <a:solidFill>
                  <a:schemeClr val="dk1"/>
                </a:solidFill>
                <a:latin typeface="Noto Sans KR"/>
                <a:ea typeface="Noto Sans KR"/>
                <a:cs typeface="Noto Sans KR"/>
                <a:sym typeface="Noto Sans KR"/>
              </a:rPr>
              <a:t>초전도 큐빗은 전기적 회로 형태로 구성🡪다른 큐빗과의 배열, 배치 문제 발생</a:t>
            </a:r>
            <a:endParaRPr b="0" i="0" sz="1800" u="none" cap="none" strike="noStrike">
              <a:solidFill>
                <a:schemeClr val="dk1"/>
              </a:solidFill>
              <a:latin typeface="Noto Sans KR"/>
              <a:ea typeface="Noto Sans KR"/>
              <a:cs typeface="Noto Sans KR"/>
              <a:sym typeface="Noto Sans KR"/>
            </a:endParaRPr>
          </a:p>
          <a:p>
            <a:pPr indent="0" lvl="0" marL="0" marR="0" rtl="0" algn="l">
              <a:lnSpc>
                <a:spcPct val="100000"/>
              </a:lnSpc>
              <a:spcBef>
                <a:spcPts val="0"/>
              </a:spcBef>
              <a:spcAft>
                <a:spcPts val="0"/>
              </a:spcAft>
              <a:buClr>
                <a:srgbClr val="000000"/>
              </a:buClr>
              <a:buSzPts val="2800"/>
              <a:buFont typeface="Arial"/>
              <a:buNone/>
            </a:pPr>
            <a:r>
              <a:t/>
            </a:r>
            <a:endParaRPr b="0" i="0" sz="1800" u="none" cap="none" strike="noStrike">
              <a:solidFill>
                <a:schemeClr val="dk1"/>
              </a:solidFill>
              <a:latin typeface="Noto Sans KR"/>
              <a:ea typeface="Noto Sans KR"/>
              <a:cs typeface="Noto Sans KR"/>
              <a:sym typeface="Noto Sans KR"/>
            </a:endParaRPr>
          </a:p>
          <a:p>
            <a:pPr indent="0" lvl="0" marL="0" marR="0" rtl="0" algn="l">
              <a:lnSpc>
                <a:spcPct val="100000"/>
              </a:lnSpc>
              <a:spcBef>
                <a:spcPts val="0"/>
              </a:spcBef>
              <a:spcAft>
                <a:spcPts val="0"/>
              </a:spcAft>
              <a:buClr>
                <a:srgbClr val="000000"/>
              </a:buClr>
              <a:buSzPts val="2800"/>
              <a:buFont typeface="Arial"/>
              <a:buNone/>
            </a:pPr>
            <a:r>
              <a:rPr b="0" i="0" lang="en-US" sz="1800" u="none" cap="none" strike="noStrike">
                <a:solidFill>
                  <a:schemeClr val="dk1"/>
                </a:solidFill>
                <a:latin typeface="Noto Sans KR"/>
                <a:ea typeface="Noto Sans KR"/>
                <a:cs typeface="Noto Sans KR"/>
                <a:sym typeface="Noto Sans KR"/>
              </a:rPr>
              <a:t>먼 큐빗과의 상호작용</a:t>
            </a:r>
            <a:endParaRPr b="0" i="0" sz="1800" u="none" cap="none" strike="noStrike">
              <a:solidFill>
                <a:schemeClr val="dk1"/>
              </a:solidFill>
              <a:latin typeface="Noto Sans KR"/>
              <a:ea typeface="Noto Sans KR"/>
              <a:cs typeface="Noto Sans KR"/>
              <a:sym typeface="Noto Sans KR"/>
            </a:endParaRPr>
          </a:p>
          <a:p>
            <a:pPr indent="0" lvl="0" marL="0" marR="0" rtl="0" algn="l">
              <a:lnSpc>
                <a:spcPct val="100000"/>
              </a:lnSpc>
              <a:spcBef>
                <a:spcPts val="0"/>
              </a:spcBef>
              <a:spcAft>
                <a:spcPts val="0"/>
              </a:spcAft>
              <a:buClr>
                <a:srgbClr val="000000"/>
              </a:buClr>
              <a:buSzPts val="2800"/>
              <a:buFont typeface="Arial"/>
              <a:buNone/>
            </a:pPr>
            <a:r>
              <a:rPr b="0" i="0" lang="en-US" sz="1800" u="none" cap="none" strike="noStrike">
                <a:solidFill>
                  <a:schemeClr val="dk1"/>
                </a:solidFill>
                <a:latin typeface="Noto Sans KR"/>
                <a:ea typeface="Noto Sans KR"/>
                <a:cs typeface="Noto Sans KR"/>
                <a:sym typeface="Noto Sans KR"/>
              </a:rPr>
              <a:t>🡪다른 큐빗을 거쳐가서 형성</a:t>
            </a:r>
            <a:endParaRPr b="0" i="0" sz="1800" u="none" cap="none" strike="noStrike">
              <a:solidFill>
                <a:schemeClr val="dk1"/>
              </a:solidFill>
              <a:latin typeface="Noto Sans KR"/>
              <a:ea typeface="Noto Sans KR"/>
              <a:cs typeface="Noto Sans KR"/>
              <a:sym typeface="Noto Sans K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63"/>
          <p:cNvSpPr txBox="1"/>
          <p:nvPr/>
        </p:nvSpPr>
        <p:spPr>
          <a:xfrm>
            <a:off x="548329" y="457595"/>
            <a:ext cx="11086500" cy="387798"/>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A2342"/>
              </a:buClr>
              <a:buSzPts val="2400"/>
              <a:buFont typeface="Arial"/>
              <a:buNone/>
            </a:pPr>
            <a:r>
              <a:rPr b="1" i="0" lang="en-US" sz="2800" u="none" cap="none" strike="noStrike">
                <a:solidFill>
                  <a:schemeClr val="dk1"/>
                </a:solidFill>
                <a:latin typeface="Noto Sans KR"/>
                <a:ea typeface="Noto Sans KR"/>
                <a:cs typeface="Noto Sans KR"/>
                <a:sym typeface="Noto Sans KR"/>
              </a:rPr>
              <a:t>Properties of Superconducting Qubit</a:t>
            </a:r>
            <a:endParaRPr b="1" i="0" sz="2800" u="none" cap="none" strike="noStrike">
              <a:solidFill>
                <a:schemeClr val="dk1"/>
              </a:solidFill>
              <a:latin typeface="Noto Sans KR"/>
              <a:ea typeface="Noto Sans KR"/>
              <a:cs typeface="Noto Sans KR"/>
              <a:sym typeface="Noto Sans KR"/>
            </a:endParaRPr>
          </a:p>
        </p:txBody>
      </p:sp>
      <p:sp>
        <p:nvSpPr>
          <p:cNvPr id="230" name="Google Shape;230;p63"/>
          <p:cNvSpPr txBox="1"/>
          <p:nvPr/>
        </p:nvSpPr>
        <p:spPr>
          <a:xfrm>
            <a:off x="548325" y="2246950"/>
            <a:ext cx="4653000" cy="2308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chemeClr val="dk1"/>
                </a:solidFill>
                <a:latin typeface="Noto Sans KR"/>
                <a:ea typeface="Noto Sans KR"/>
                <a:cs typeface="Noto Sans KR"/>
                <a:sym typeface="Noto Sans KR"/>
              </a:rPr>
              <a:t>인공 원자 사용, 낮은 온도 (15mK), 열 취약성</a:t>
            </a:r>
            <a:endParaRPr b="0" i="0" sz="1800" u="none" cap="none" strike="noStrike">
              <a:solidFill>
                <a:schemeClr val="dk1"/>
              </a:solidFill>
              <a:latin typeface="Noto Sans KR"/>
              <a:ea typeface="Noto Sans KR"/>
              <a:cs typeface="Noto Sans KR"/>
              <a:sym typeface="Noto Sans KR"/>
            </a:endParaRPr>
          </a:p>
          <a:p>
            <a:pPr indent="0" lvl="0" marL="0" marR="0" rtl="0" algn="l">
              <a:lnSpc>
                <a:spcPct val="100000"/>
              </a:lnSpc>
              <a:spcBef>
                <a:spcPts val="0"/>
              </a:spcBef>
              <a:spcAft>
                <a:spcPts val="0"/>
              </a:spcAft>
              <a:buNone/>
            </a:pPr>
            <a:r>
              <a:rPr b="0" i="0" lang="en-US" sz="1800" u="none" cap="none" strike="noStrike">
                <a:solidFill>
                  <a:schemeClr val="dk1"/>
                </a:solidFill>
                <a:latin typeface="Noto Sans KR"/>
                <a:ea typeface="Noto Sans KR"/>
                <a:cs typeface="Noto Sans KR"/>
                <a:sym typeface="Noto Sans KR"/>
              </a:rPr>
              <a:t>🡪</a:t>
            </a:r>
            <a:r>
              <a:rPr b="1" i="0" lang="en-US" sz="1800" u="none" cap="none" strike="noStrike">
                <a:solidFill>
                  <a:schemeClr val="dk1"/>
                </a:solidFill>
                <a:latin typeface="Noto Sans KR"/>
                <a:ea typeface="Noto Sans KR"/>
                <a:cs typeface="Noto Sans KR"/>
                <a:sym typeface="Noto Sans KR"/>
              </a:rPr>
              <a:t>짧은 결맞음 시간 </a:t>
            </a:r>
            <a:r>
              <a:rPr b="0" i="0" lang="en-US" sz="1800" u="none" cap="none" strike="noStrike">
                <a:solidFill>
                  <a:schemeClr val="dk1"/>
                </a:solidFill>
                <a:latin typeface="Noto Sans KR"/>
                <a:ea typeface="Noto Sans KR"/>
                <a:cs typeface="Noto Sans KR"/>
                <a:sym typeface="Noto Sans KR"/>
              </a:rPr>
              <a:t>(coherence time)</a:t>
            </a:r>
            <a:endParaRPr b="0" i="0" sz="1800" u="none" cap="none" strike="noStrike">
              <a:solidFill>
                <a:schemeClr val="dk1"/>
              </a:solidFill>
              <a:latin typeface="Noto Sans KR"/>
              <a:ea typeface="Noto Sans KR"/>
              <a:cs typeface="Noto Sans KR"/>
              <a:sym typeface="Noto Sans KR"/>
            </a:endParaRPr>
          </a:p>
          <a:p>
            <a:pPr indent="0" lvl="0" marL="0" marR="0" rtl="0" algn="l">
              <a:lnSpc>
                <a:spcPct val="100000"/>
              </a:lnSpc>
              <a:spcBef>
                <a:spcPts val="0"/>
              </a:spcBef>
              <a:spcAft>
                <a:spcPts val="0"/>
              </a:spcAft>
              <a:buNone/>
            </a:pPr>
            <a:r>
              <a:t/>
            </a:r>
            <a:endParaRPr b="0" i="0" sz="1800" u="none" cap="none" strike="noStrike">
              <a:solidFill>
                <a:schemeClr val="dk1"/>
              </a:solidFill>
              <a:latin typeface="Noto Sans KR"/>
              <a:ea typeface="Noto Sans KR"/>
              <a:cs typeface="Noto Sans KR"/>
              <a:sym typeface="Noto Sans KR"/>
            </a:endParaRPr>
          </a:p>
          <a:p>
            <a:pPr indent="0" lvl="0" marL="0" marR="0" rtl="0" algn="l">
              <a:lnSpc>
                <a:spcPct val="100000"/>
              </a:lnSpc>
              <a:spcBef>
                <a:spcPts val="0"/>
              </a:spcBef>
              <a:spcAft>
                <a:spcPts val="0"/>
              </a:spcAft>
              <a:buNone/>
            </a:pPr>
            <a:r>
              <a:rPr b="0" i="0" lang="en-US" sz="1800" u="none" cap="none" strike="noStrike">
                <a:solidFill>
                  <a:schemeClr val="dk1"/>
                </a:solidFill>
                <a:latin typeface="Noto Sans KR"/>
                <a:ea typeface="Noto Sans KR"/>
                <a:cs typeface="Noto Sans KR"/>
                <a:sym typeface="Noto Sans KR"/>
              </a:rPr>
              <a:t>낮은 connectivity</a:t>
            </a:r>
            <a:endParaRPr/>
          </a:p>
          <a:p>
            <a:pPr indent="0" lvl="1" marL="0" marR="0" rtl="0" algn="l">
              <a:lnSpc>
                <a:spcPct val="100000"/>
              </a:lnSpc>
              <a:spcBef>
                <a:spcPts val="0"/>
              </a:spcBef>
              <a:spcAft>
                <a:spcPts val="0"/>
              </a:spcAft>
              <a:buNone/>
            </a:pPr>
            <a:r>
              <a:rPr b="0" i="0" lang="en-US" sz="1800" u="none" cap="none" strike="noStrike">
                <a:solidFill>
                  <a:schemeClr val="dk1"/>
                </a:solidFill>
                <a:latin typeface="Noto Sans KR"/>
                <a:ea typeface="Noto Sans KR"/>
                <a:cs typeface="Noto Sans KR"/>
                <a:sym typeface="Noto Sans KR"/>
              </a:rPr>
              <a:t>(IBM Heron 기준-3개 큐빗)</a:t>
            </a:r>
            <a:endParaRPr/>
          </a:p>
          <a:p>
            <a:pPr indent="0" lvl="1" marL="0" marR="0" rtl="0" algn="l">
              <a:lnSpc>
                <a:spcPct val="100000"/>
              </a:lnSpc>
              <a:spcBef>
                <a:spcPts val="0"/>
              </a:spcBef>
              <a:spcAft>
                <a:spcPts val="0"/>
              </a:spcAft>
              <a:buNone/>
            </a:pPr>
            <a:r>
              <a:t/>
            </a:r>
            <a:endParaRPr b="0" i="0" sz="1800" u="none" cap="none" strike="noStrike">
              <a:solidFill>
                <a:schemeClr val="dk1"/>
              </a:solidFill>
              <a:latin typeface="Noto Sans KR"/>
              <a:ea typeface="Noto Sans KR"/>
              <a:cs typeface="Noto Sans KR"/>
              <a:sym typeface="Noto Sans KR"/>
            </a:endParaRPr>
          </a:p>
          <a:p>
            <a:pPr indent="0" lvl="0" marL="0" marR="0" rtl="0" algn="l">
              <a:lnSpc>
                <a:spcPct val="100000"/>
              </a:lnSpc>
              <a:spcBef>
                <a:spcPts val="0"/>
              </a:spcBef>
              <a:spcAft>
                <a:spcPts val="0"/>
              </a:spcAft>
              <a:buNone/>
            </a:pPr>
            <a:r>
              <a:rPr b="0" i="0" lang="en-US" sz="1800" u="none" cap="none" strike="noStrike">
                <a:solidFill>
                  <a:schemeClr val="dk1"/>
                </a:solidFill>
                <a:latin typeface="Noto Sans KR"/>
                <a:ea typeface="Noto Sans KR"/>
                <a:cs typeface="Noto Sans KR"/>
                <a:sym typeface="Noto Sans KR"/>
              </a:rPr>
              <a:t>Fast gate operating time(~ns)</a:t>
            </a:r>
            <a:endParaRPr b="0" i="0" sz="1800" u="none" cap="none" strike="noStrike">
              <a:solidFill>
                <a:schemeClr val="dk1"/>
              </a:solidFill>
              <a:latin typeface="Noto Sans KR"/>
              <a:ea typeface="Noto Sans KR"/>
              <a:cs typeface="Noto Sans KR"/>
              <a:sym typeface="Noto Sans KR"/>
            </a:endParaRPr>
          </a:p>
          <a:p>
            <a:pPr indent="0" lvl="1" marL="0" marR="0" rtl="0" algn="l">
              <a:lnSpc>
                <a:spcPct val="100000"/>
              </a:lnSpc>
              <a:spcBef>
                <a:spcPts val="0"/>
              </a:spcBef>
              <a:spcAft>
                <a:spcPts val="0"/>
              </a:spcAft>
              <a:buNone/>
            </a:pPr>
            <a:r>
              <a:rPr b="0" i="0" lang="en-US" sz="1800" u="none" cap="none" strike="noStrike">
                <a:solidFill>
                  <a:schemeClr val="dk1"/>
                </a:solidFill>
                <a:latin typeface="Noto Sans KR"/>
                <a:ea typeface="Noto Sans KR"/>
                <a:cs typeface="Noto Sans KR"/>
                <a:sym typeface="Noto Sans KR"/>
              </a:rPr>
              <a:t>Scalable한 확장성(SOTA 2025: 156Q)</a:t>
            </a:r>
            <a:endParaRPr b="0" i="0" sz="1800" u="none" cap="none" strike="noStrike">
              <a:solidFill>
                <a:schemeClr val="dk1"/>
              </a:solidFill>
              <a:latin typeface="Noto Sans KR"/>
              <a:ea typeface="Noto Sans KR"/>
              <a:cs typeface="Noto Sans KR"/>
              <a:sym typeface="Noto Sans KR"/>
            </a:endParaRPr>
          </a:p>
        </p:txBody>
      </p:sp>
      <p:pic>
        <p:nvPicPr>
          <p:cNvPr descr="Qubit mapping and layout of IBM Quantum's quantum computers: ibm_fez,... |  Download Scientific Diagram" id="231" name="Google Shape;231;p63"/>
          <p:cNvPicPr preferRelativeResize="0"/>
          <p:nvPr/>
        </p:nvPicPr>
        <p:blipFill rotWithShape="1">
          <a:blip r:embed="rId3">
            <a:alphaModFix/>
          </a:blip>
          <a:srcRect b="0" l="0" r="0" t="0"/>
          <a:stretch/>
        </p:blipFill>
        <p:spPr>
          <a:xfrm>
            <a:off x="5346650" y="1979775"/>
            <a:ext cx="6576176" cy="30637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64"/>
          <p:cNvSpPr txBox="1"/>
          <p:nvPr>
            <p:ph type="title"/>
          </p:nvPr>
        </p:nvSpPr>
        <p:spPr>
          <a:xfrm>
            <a:off x="838200" y="413616"/>
            <a:ext cx="10515600" cy="854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Noto Sans KR"/>
              <a:buNone/>
            </a:pPr>
            <a:r>
              <a:rPr b="1" lang="en-US"/>
              <a:t>3. Ion Trap Qubits</a:t>
            </a:r>
            <a:endParaRPr b="1"/>
          </a:p>
        </p:txBody>
      </p:sp>
      <p:sp>
        <p:nvSpPr>
          <p:cNvPr id="237" name="Google Shape;237;p64"/>
          <p:cNvSpPr txBox="1"/>
          <p:nvPr>
            <p:ph idx="1" type="body"/>
          </p:nvPr>
        </p:nvSpPr>
        <p:spPr>
          <a:xfrm>
            <a:off x="838200" y="1474932"/>
            <a:ext cx="10515600" cy="63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1800"/>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65"/>
          <p:cNvSpPr txBox="1"/>
          <p:nvPr/>
        </p:nvSpPr>
        <p:spPr>
          <a:xfrm>
            <a:off x="548329" y="457595"/>
            <a:ext cx="11086500" cy="387798"/>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A2342"/>
              </a:buClr>
              <a:buSzPts val="2400"/>
              <a:buFont typeface="Arial"/>
              <a:buNone/>
            </a:pPr>
            <a:r>
              <a:rPr b="1" i="0" lang="en-US" sz="2800" u="none" cap="none" strike="noStrike">
                <a:solidFill>
                  <a:schemeClr val="dk1"/>
                </a:solidFill>
                <a:latin typeface="Noto Sans KR"/>
                <a:ea typeface="Noto Sans KR"/>
                <a:cs typeface="Noto Sans KR"/>
                <a:sym typeface="Noto Sans KR"/>
              </a:rPr>
              <a:t>Ion Traps</a:t>
            </a:r>
            <a:endParaRPr b="1" i="0" sz="2800" u="none" cap="none" strike="noStrike">
              <a:solidFill>
                <a:schemeClr val="dk1"/>
              </a:solidFill>
              <a:latin typeface="Noto Sans KR"/>
              <a:ea typeface="Noto Sans KR"/>
              <a:cs typeface="Noto Sans KR"/>
              <a:sym typeface="Noto Sans KR"/>
            </a:endParaRPr>
          </a:p>
        </p:txBody>
      </p:sp>
      <p:pic>
        <p:nvPicPr>
          <p:cNvPr descr="Ion-based commercial quantum computer is a first – Physics World" id="243" name="Google Shape;243;p65"/>
          <p:cNvPicPr preferRelativeResize="0"/>
          <p:nvPr/>
        </p:nvPicPr>
        <p:blipFill rotWithShape="1">
          <a:blip r:embed="rId3">
            <a:alphaModFix/>
          </a:blip>
          <a:srcRect b="0" l="0" r="0" t="0"/>
          <a:stretch/>
        </p:blipFill>
        <p:spPr>
          <a:xfrm>
            <a:off x="5570957" y="1927196"/>
            <a:ext cx="5094949" cy="3563825"/>
          </a:xfrm>
          <a:prstGeom prst="rect">
            <a:avLst/>
          </a:prstGeom>
          <a:noFill/>
          <a:ln>
            <a:noFill/>
          </a:ln>
        </p:spPr>
      </p:pic>
      <p:sp>
        <p:nvSpPr>
          <p:cNvPr id="244" name="Google Shape;244;p65"/>
          <p:cNvSpPr txBox="1"/>
          <p:nvPr/>
        </p:nvSpPr>
        <p:spPr>
          <a:xfrm>
            <a:off x="713906" y="1641446"/>
            <a:ext cx="4648316" cy="5084493"/>
          </a:xfrm>
          <a:prstGeom prst="rect">
            <a:avLst/>
          </a:prstGeom>
          <a:blipFill rotWithShape="1">
            <a:blip r:embed="rId4">
              <a:alphaModFix/>
            </a:blip>
            <a:stretch>
              <a:fillRect b="0" l="-1048" r="0" t="-60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Arial"/>
                <a:ea typeface="Arial"/>
                <a:cs typeface="Arial"/>
                <a:sym typeface="Arial"/>
              </a:rPr>
              <a:t>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66"/>
          <p:cNvSpPr txBox="1"/>
          <p:nvPr/>
        </p:nvSpPr>
        <p:spPr>
          <a:xfrm>
            <a:off x="548329" y="457595"/>
            <a:ext cx="11086500" cy="387798"/>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A2342"/>
              </a:buClr>
              <a:buSzPts val="2400"/>
              <a:buFont typeface="Arial"/>
              <a:buNone/>
            </a:pPr>
            <a:r>
              <a:rPr b="1" i="0" lang="en-US" sz="2800" u="none" cap="none" strike="noStrike">
                <a:solidFill>
                  <a:schemeClr val="dk1"/>
                </a:solidFill>
                <a:latin typeface="Noto Sans KR"/>
                <a:ea typeface="Noto Sans KR"/>
                <a:cs typeface="Noto Sans KR"/>
                <a:sym typeface="Noto Sans KR"/>
              </a:rPr>
              <a:t>Ion Traps</a:t>
            </a:r>
            <a:endParaRPr b="1" i="0" sz="2800" u="none" cap="none" strike="noStrike">
              <a:solidFill>
                <a:schemeClr val="dk1"/>
              </a:solidFill>
              <a:latin typeface="Noto Sans KR"/>
              <a:ea typeface="Noto Sans KR"/>
              <a:cs typeface="Noto Sans KR"/>
              <a:sym typeface="Noto Sans KR"/>
            </a:endParaRPr>
          </a:p>
        </p:txBody>
      </p:sp>
      <p:pic>
        <p:nvPicPr>
          <p:cNvPr descr="Ion-based commercial quantum computer is a first – Physics World" id="250" name="Google Shape;250;p66"/>
          <p:cNvPicPr preferRelativeResize="0"/>
          <p:nvPr/>
        </p:nvPicPr>
        <p:blipFill rotWithShape="1">
          <a:blip r:embed="rId3">
            <a:alphaModFix/>
          </a:blip>
          <a:srcRect b="0" l="0" r="0" t="0"/>
          <a:stretch/>
        </p:blipFill>
        <p:spPr>
          <a:xfrm>
            <a:off x="5570957" y="1927196"/>
            <a:ext cx="5094949" cy="3563825"/>
          </a:xfrm>
          <a:prstGeom prst="rect">
            <a:avLst/>
          </a:prstGeom>
          <a:noFill/>
          <a:ln>
            <a:noFill/>
          </a:ln>
        </p:spPr>
      </p:pic>
      <p:sp>
        <p:nvSpPr>
          <p:cNvPr id="251" name="Google Shape;251;p66"/>
          <p:cNvSpPr txBox="1"/>
          <p:nvPr/>
        </p:nvSpPr>
        <p:spPr>
          <a:xfrm>
            <a:off x="713906" y="1641446"/>
            <a:ext cx="4648200" cy="5084400"/>
          </a:xfrm>
          <a:prstGeom prst="rect">
            <a:avLst/>
          </a:prstGeom>
          <a:blipFill rotWithShape="1">
            <a:blip r:embed="rId4">
              <a:alphaModFix/>
            </a:blip>
            <a:stretch>
              <a:fillRect b="0" l="-1048" r="0" t="-60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en-US" sz="1400" u="none" cap="none" strike="noStrike">
                <a:latin typeface="Arial"/>
                <a:ea typeface="Arial"/>
                <a:cs typeface="Arial"/>
                <a:sym typeface="Arial"/>
              </a:rPr>
              <a:t>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67"/>
          <p:cNvSpPr txBox="1"/>
          <p:nvPr/>
        </p:nvSpPr>
        <p:spPr>
          <a:xfrm>
            <a:off x="548329" y="457595"/>
            <a:ext cx="11086500" cy="387798"/>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A2342"/>
              </a:buClr>
              <a:buSzPts val="2400"/>
              <a:buFont typeface="Arial"/>
              <a:buNone/>
            </a:pPr>
            <a:r>
              <a:rPr b="1" i="0" lang="en-US" sz="2800" u="none" cap="none" strike="noStrike">
                <a:solidFill>
                  <a:schemeClr val="dk1"/>
                </a:solidFill>
                <a:latin typeface="Noto Sans KR"/>
                <a:ea typeface="Noto Sans KR"/>
                <a:cs typeface="Noto Sans KR"/>
                <a:sym typeface="Noto Sans KR"/>
              </a:rPr>
              <a:t>Photonic Interconnect</a:t>
            </a:r>
            <a:endParaRPr b="1" i="0" sz="2800" u="none" cap="none" strike="noStrike">
              <a:solidFill>
                <a:schemeClr val="dk1"/>
              </a:solidFill>
              <a:latin typeface="Noto Sans KR"/>
              <a:ea typeface="Noto Sans KR"/>
              <a:cs typeface="Noto Sans KR"/>
              <a:sym typeface="Noto Sans KR"/>
            </a:endParaRPr>
          </a:p>
        </p:txBody>
      </p:sp>
      <p:pic>
        <p:nvPicPr>
          <p:cNvPr descr="Multi-QPU Programmatic Entanglement" id="257" name="Google Shape;257;p67"/>
          <p:cNvPicPr preferRelativeResize="0"/>
          <p:nvPr/>
        </p:nvPicPr>
        <p:blipFill rotWithShape="1">
          <a:blip r:embed="rId3">
            <a:alphaModFix/>
          </a:blip>
          <a:srcRect b="0" l="0" r="0" t="0"/>
          <a:stretch/>
        </p:blipFill>
        <p:spPr>
          <a:xfrm>
            <a:off x="347751" y="1523025"/>
            <a:ext cx="11496498" cy="4966849"/>
          </a:xfrm>
          <a:prstGeom prst="rect">
            <a:avLst/>
          </a:prstGeom>
          <a:noFill/>
          <a:ln cap="flat" cmpd="sng" w="9525">
            <a:solidFill>
              <a:srgbClr val="000000"/>
            </a:solidFill>
            <a:prstDash val="solid"/>
            <a:round/>
            <a:headEnd len="sm" w="sm" type="none"/>
            <a:tailEnd len="sm" w="sm" type="none"/>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68"/>
          <p:cNvSpPr txBox="1"/>
          <p:nvPr/>
        </p:nvSpPr>
        <p:spPr>
          <a:xfrm>
            <a:off x="548329" y="457595"/>
            <a:ext cx="11086500" cy="387798"/>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A2342"/>
              </a:buClr>
              <a:buSzPts val="2400"/>
              <a:buFont typeface="Arial"/>
              <a:buNone/>
            </a:pPr>
            <a:r>
              <a:rPr b="1" i="0" lang="en-US" sz="2800" u="none" cap="none" strike="noStrike">
                <a:solidFill>
                  <a:schemeClr val="dk1"/>
                </a:solidFill>
                <a:latin typeface="Noto Sans KR"/>
                <a:ea typeface="Noto Sans KR"/>
                <a:cs typeface="Noto Sans KR"/>
                <a:sym typeface="Noto Sans KR"/>
              </a:rPr>
              <a:t>Photon mediates Ion trap Qubits</a:t>
            </a:r>
            <a:endParaRPr b="1" i="0" sz="2800" u="none" cap="none" strike="noStrike">
              <a:solidFill>
                <a:schemeClr val="dk1"/>
              </a:solidFill>
              <a:latin typeface="Noto Sans KR"/>
              <a:ea typeface="Noto Sans KR"/>
              <a:cs typeface="Noto Sans KR"/>
              <a:sym typeface="Noto Sans KR"/>
            </a:endParaRPr>
          </a:p>
        </p:txBody>
      </p:sp>
      <p:pic>
        <p:nvPicPr>
          <p:cNvPr descr="광자 상호 연결 첫 번째 이정표 달성" id="263" name="Google Shape;263;p68"/>
          <p:cNvPicPr preferRelativeResize="0"/>
          <p:nvPr/>
        </p:nvPicPr>
        <p:blipFill rotWithShape="1">
          <a:blip r:embed="rId3">
            <a:alphaModFix/>
          </a:blip>
          <a:srcRect b="0" l="0" r="0" t="0"/>
          <a:stretch/>
        </p:blipFill>
        <p:spPr>
          <a:xfrm>
            <a:off x="1896438" y="1189226"/>
            <a:ext cx="8399124" cy="5396225"/>
          </a:xfrm>
          <a:prstGeom prst="rect">
            <a:avLst/>
          </a:prstGeom>
          <a:noFill/>
          <a:ln cap="flat" cmpd="sng" w="9525">
            <a:solidFill>
              <a:srgbClr val="000000"/>
            </a:solidFill>
            <a:prstDash val="solid"/>
            <a:round/>
            <a:headEnd len="sm" w="sm" type="none"/>
            <a:tailEnd len="sm" w="sm" type="none"/>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69"/>
          <p:cNvSpPr txBox="1"/>
          <p:nvPr>
            <p:ph type="title"/>
          </p:nvPr>
        </p:nvSpPr>
        <p:spPr>
          <a:xfrm>
            <a:off x="838200" y="413616"/>
            <a:ext cx="10515600" cy="854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Noto Sans KR"/>
              <a:buNone/>
            </a:pPr>
            <a:r>
              <a:rPr b="1" lang="en-US"/>
              <a:t>4. Quantum Annealer</a:t>
            </a:r>
            <a:endParaRPr b="1"/>
          </a:p>
        </p:txBody>
      </p:sp>
      <p:sp>
        <p:nvSpPr>
          <p:cNvPr id="269" name="Google Shape;269;p69"/>
          <p:cNvSpPr txBox="1"/>
          <p:nvPr>
            <p:ph idx="1" type="body"/>
          </p:nvPr>
        </p:nvSpPr>
        <p:spPr>
          <a:xfrm>
            <a:off x="838200" y="1474932"/>
            <a:ext cx="10515600" cy="63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1800"/>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70"/>
          <p:cNvSpPr txBox="1"/>
          <p:nvPr/>
        </p:nvSpPr>
        <p:spPr>
          <a:xfrm>
            <a:off x="548329" y="457595"/>
            <a:ext cx="11086500" cy="387798"/>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A2342"/>
              </a:buClr>
              <a:buSzPts val="2400"/>
              <a:buFont typeface="Arial"/>
              <a:buNone/>
            </a:pPr>
            <a:r>
              <a:rPr b="1" i="0" lang="en-US" sz="2800" u="none" cap="none" strike="noStrike">
                <a:solidFill>
                  <a:schemeClr val="dk1"/>
                </a:solidFill>
                <a:latin typeface="Noto Sans KR"/>
                <a:ea typeface="Noto Sans KR"/>
                <a:cs typeface="Noto Sans KR"/>
                <a:sym typeface="Noto Sans KR"/>
              </a:rPr>
              <a:t>Properties of Quantum Annealer</a:t>
            </a:r>
            <a:endParaRPr b="1" i="0" sz="2800" u="none" cap="none" strike="noStrike">
              <a:solidFill>
                <a:schemeClr val="dk1"/>
              </a:solidFill>
              <a:latin typeface="Noto Sans KR"/>
              <a:ea typeface="Noto Sans KR"/>
              <a:cs typeface="Noto Sans KR"/>
              <a:sym typeface="Noto Sans KR"/>
            </a:endParaRPr>
          </a:p>
        </p:txBody>
      </p:sp>
      <p:sp>
        <p:nvSpPr>
          <p:cNvPr id="275" name="Google Shape;275;p70"/>
          <p:cNvSpPr txBox="1"/>
          <p:nvPr/>
        </p:nvSpPr>
        <p:spPr>
          <a:xfrm>
            <a:off x="1085305" y="5645233"/>
            <a:ext cx="5682005" cy="369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chemeClr val="dk1"/>
                </a:solidFill>
                <a:latin typeface="Noto Sans KR"/>
                <a:ea typeface="Noto Sans KR"/>
                <a:cs typeface="Noto Sans KR"/>
                <a:sym typeface="Noto Sans KR"/>
              </a:rPr>
              <a:t>D-Wave Zephyr topology</a:t>
            </a:r>
            <a:endParaRPr b="0" i="0" sz="1800" u="none" cap="none" strike="noStrike">
              <a:solidFill>
                <a:schemeClr val="dk1"/>
              </a:solidFill>
              <a:latin typeface="Noto Sans KR"/>
              <a:ea typeface="Noto Sans KR"/>
              <a:cs typeface="Noto Sans KR"/>
              <a:sym typeface="Noto Sans KR"/>
            </a:endParaRPr>
          </a:p>
        </p:txBody>
      </p:sp>
      <p:pic>
        <p:nvPicPr>
          <p:cNvPr descr="Unit cell in the Zephyr topology." id="276" name="Google Shape;276;p70"/>
          <p:cNvPicPr preferRelativeResize="0"/>
          <p:nvPr/>
        </p:nvPicPr>
        <p:blipFill rotWithShape="1">
          <a:blip r:embed="rId3">
            <a:alphaModFix/>
          </a:blip>
          <a:srcRect b="0" l="0" r="0" t="0"/>
          <a:stretch/>
        </p:blipFill>
        <p:spPr>
          <a:xfrm>
            <a:off x="330562" y="1439421"/>
            <a:ext cx="4205813" cy="4205813"/>
          </a:xfrm>
          <a:prstGeom prst="rect">
            <a:avLst/>
          </a:prstGeom>
          <a:noFill/>
          <a:ln>
            <a:noFill/>
          </a:ln>
        </p:spPr>
      </p:pic>
      <p:sp>
        <p:nvSpPr>
          <p:cNvPr id="277" name="Google Shape;277;p70"/>
          <p:cNvSpPr txBox="1"/>
          <p:nvPr/>
        </p:nvSpPr>
        <p:spPr>
          <a:xfrm>
            <a:off x="4735924" y="2803577"/>
            <a:ext cx="6792600" cy="1477500"/>
          </a:xfrm>
          <a:prstGeom prst="rect">
            <a:avLst/>
          </a:prstGeom>
          <a:noFill/>
          <a:ln>
            <a:noFill/>
          </a:ln>
        </p:spPr>
        <p:txBody>
          <a:bodyPr anchorCtr="0" anchor="t" bIns="45700" lIns="91425" spcFirstLastPara="1" rIns="91425" wrap="square" tIns="45700">
            <a:spAutoFit/>
          </a:bodyPr>
          <a:lstStyle/>
          <a:p>
            <a:pPr indent="-393700" lvl="0" marL="457200" marR="0" rtl="0" algn="l">
              <a:lnSpc>
                <a:spcPct val="100000"/>
              </a:lnSpc>
              <a:spcBef>
                <a:spcPts val="0"/>
              </a:spcBef>
              <a:spcAft>
                <a:spcPts val="0"/>
              </a:spcAft>
              <a:buClr>
                <a:srgbClr val="000000"/>
              </a:buClr>
              <a:buSzPts val="1800"/>
              <a:buFont typeface="Noto Sans KR"/>
              <a:buChar char="•"/>
            </a:pPr>
            <a:r>
              <a:rPr i="0" lang="en-US" sz="1800" u="none" cap="none" strike="noStrike">
                <a:solidFill>
                  <a:schemeClr val="dk1"/>
                </a:solidFill>
                <a:latin typeface="Noto Sans KR"/>
                <a:ea typeface="Noto Sans KR"/>
                <a:cs typeface="Noto Sans KR"/>
                <a:sym typeface="Noto Sans KR"/>
              </a:rPr>
              <a:t>낮은 connectivity (20개 큐빗)</a:t>
            </a:r>
            <a:endParaRPr sz="1800">
              <a:latin typeface="Noto Sans KR"/>
              <a:ea typeface="Noto Sans KR"/>
              <a:cs typeface="Noto Sans KR"/>
              <a:sym typeface="Noto Sans KR"/>
            </a:endParaRPr>
          </a:p>
          <a:p>
            <a:pPr indent="-393700" lvl="1" marL="457200" marR="0" rtl="0" algn="l">
              <a:lnSpc>
                <a:spcPct val="100000"/>
              </a:lnSpc>
              <a:spcBef>
                <a:spcPts val="0"/>
              </a:spcBef>
              <a:spcAft>
                <a:spcPts val="0"/>
              </a:spcAft>
              <a:buClr>
                <a:srgbClr val="000000"/>
              </a:buClr>
              <a:buSzPts val="1800"/>
              <a:buFont typeface="Noto Sans KR"/>
              <a:buChar char="•"/>
            </a:pPr>
            <a:r>
              <a:rPr i="0" lang="en-US" sz="1800" u="none" cap="none" strike="noStrike">
                <a:solidFill>
                  <a:schemeClr val="dk1"/>
                </a:solidFill>
                <a:latin typeface="Noto Sans KR"/>
                <a:ea typeface="Noto Sans KR"/>
                <a:cs typeface="Noto Sans KR"/>
                <a:sym typeface="Noto Sans KR"/>
              </a:rPr>
              <a:t>Advantage2: 4400Q</a:t>
            </a:r>
            <a:endParaRPr i="0" sz="1800" u="none" cap="none" strike="noStrike">
              <a:solidFill>
                <a:schemeClr val="dk1"/>
              </a:solidFill>
              <a:latin typeface="Noto Sans KR"/>
              <a:ea typeface="Noto Sans KR"/>
              <a:cs typeface="Noto Sans KR"/>
              <a:sym typeface="Noto Sans KR"/>
            </a:endParaRPr>
          </a:p>
          <a:p>
            <a:pPr indent="-279400" lvl="0" marL="457200" marR="0" rtl="0" algn="l">
              <a:lnSpc>
                <a:spcPct val="100000"/>
              </a:lnSpc>
              <a:spcBef>
                <a:spcPts val="0"/>
              </a:spcBef>
              <a:spcAft>
                <a:spcPts val="0"/>
              </a:spcAft>
              <a:buClr>
                <a:srgbClr val="000000"/>
              </a:buClr>
              <a:buSzPts val="2800"/>
              <a:buFont typeface="Noto Sans Symbols"/>
              <a:buNone/>
            </a:pPr>
            <a:r>
              <a:t/>
            </a:r>
            <a:endParaRPr i="0" sz="1800" u="none" cap="none" strike="noStrike">
              <a:solidFill>
                <a:schemeClr val="dk1"/>
              </a:solidFill>
              <a:latin typeface="Noto Sans KR"/>
              <a:ea typeface="Noto Sans KR"/>
              <a:cs typeface="Noto Sans KR"/>
              <a:sym typeface="Noto Sans KR"/>
            </a:endParaRPr>
          </a:p>
          <a:p>
            <a:pPr indent="-393700" lvl="0" marL="457200" marR="0" rtl="0" algn="l">
              <a:lnSpc>
                <a:spcPct val="100000"/>
              </a:lnSpc>
              <a:spcBef>
                <a:spcPts val="0"/>
              </a:spcBef>
              <a:spcAft>
                <a:spcPts val="0"/>
              </a:spcAft>
              <a:buClr>
                <a:srgbClr val="000000"/>
              </a:buClr>
              <a:buSzPts val="1800"/>
              <a:buFont typeface="Noto Sans KR"/>
              <a:buChar char="•"/>
            </a:pPr>
            <a:r>
              <a:rPr i="0" lang="en-US" sz="1800" u="none" cap="none" strike="noStrike">
                <a:solidFill>
                  <a:schemeClr val="dk1"/>
                </a:solidFill>
                <a:latin typeface="Noto Sans KR"/>
                <a:ea typeface="Noto Sans KR"/>
                <a:cs typeface="Noto Sans KR"/>
                <a:sym typeface="Noto Sans KR"/>
              </a:rPr>
              <a:t>D-Wave Annealer는 Ising 문제로 변환가능한 문제만 해결가능</a:t>
            </a:r>
            <a:endParaRPr i="0" sz="1800" u="none" cap="none" strike="noStrike">
              <a:solidFill>
                <a:schemeClr val="dk1"/>
              </a:solidFill>
              <a:latin typeface="Noto Sans KR"/>
              <a:ea typeface="Noto Sans KR"/>
              <a:cs typeface="Noto Sans KR"/>
              <a:sym typeface="Noto Sans KR"/>
            </a:endParaRPr>
          </a:p>
          <a:p>
            <a:pPr indent="0" lvl="0" marL="0" marR="0" rtl="0" algn="l">
              <a:lnSpc>
                <a:spcPct val="100000"/>
              </a:lnSpc>
              <a:spcBef>
                <a:spcPts val="0"/>
              </a:spcBef>
              <a:spcAft>
                <a:spcPts val="0"/>
              </a:spcAft>
              <a:buNone/>
            </a:pPr>
            <a:r>
              <a:rPr i="0" lang="en-US" sz="1800" u="none" cap="none" strike="noStrike">
                <a:solidFill>
                  <a:schemeClr val="dk1"/>
                </a:solidFill>
                <a:latin typeface="Noto Sans KR"/>
                <a:ea typeface="Noto Sans KR"/>
                <a:cs typeface="Noto Sans KR"/>
                <a:sym typeface="Noto Sans KR"/>
              </a:rPr>
              <a:t>🡪QUBO</a:t>
            </a:r>
            <a:endParaRPr i="0" sz="1800" u="none" cap="none" strike="noStrike">
              <a:solidFill>
                <a:schemeClr val="dk1"/>
              </a:solidFill>
              <a:latin typeface="Noto Sans KR"/>
              <a:ea typeface="Noto Sans KR"/>
              <a:cs typeface="Noto Sans KR"/>
              <a:sym typeface="Noto Sans K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71"/>
          <p:cNvSpPr txBox="1"/>
          <p:nvPr/>
        </p:nvSpPr>
        <p:spPr>
          <a:xfrm>
            <a:off x="548329" y="457595"/>
            <a:ext cx="11086500" cy="387798"/>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A2342"/>
              </a:buClr>
              <a:buSzPts val="2400"/>
              <a:buFont typeface="Arial"/>
              <a:buNone/>
            </a:pPr>
            <a:r>
              <a:rPr b="1" i="0" lang="en-US" sz="2800" u="none" cap="none" strike="noStrike">
                <a:solidFill>
                  <a:schemeClr val="dk1"/>
                </a:solidFill>
                <a:latin typeface="Noto Sans KR"/>
                <a:ea typeface="Noto Sans KR"/>
                <a:cs typeface="Noto Sans KR"/>
                <a:sym typeface="Noto Sans KR"/>
              </a:rPr>
              <a:t>QUBO</a:t>
            </a:r>
            <a:endParaRPr b="1" i="0" sz="2800" u="none" cap="none" strike="noStrike">
              <a:solidFill>
                <a:schemeClr val="dk1"/>
              </a:solidFill>
              <a:latin typeface="Noto Sans KR"/>
              <a:ea typeface="Noto Sans KR"/>
              <a:cs typeface="Noto Sans KR"/>
              <a:sym typeface="Noto Sans KR"/>
            </a:endParaRPr>
          </a:p>
        </p:txBody>
      </p:sp>
      <p:sp>
        <p:nvSpPr>
          <p:cNvPr id="283" name="Google Shape;283;p71"/>
          <p:cNvSpPr txBox="1"/>
          <p:nvPr/>
        </p:nvSpPr>
        <p:spPr>
          <a:xfrm>
            <a:off x="484292" y="1243644"/>
            <a:ext cx="85497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i="0" lang="en-US" sz="2000" u="none" cap="none" strike="noStrike">
                <a:solidFill>
                  <a:srgbClr val="000000"/>
                </a:solidFill>
                <a:latin typeface="Noto Sans KR"/>
                <a:ea typeface="Noto Sans KR"/>
                <a:cs typeface="Noto Sans KR"/>
                <a:sym typeface="Noto Sans KR"/>
              </a:rPr>
              <a:t>Quadratic Unconstrained Binary Optimization</a:t>
            </a:r>
            <a:endParaRPr sz="2000">
              <a:latin typeface="Noto Sans KR"/>
              <a:ea typeface="Noto Sans KR"/>
              <a:cs typeface="Noto Sans KR"/>
              <a:sym typeface="Noto Sans KR"/>
            </a:endParaRPr>
          </a:p>
          <a:p>
            <a:pPr indent="0" lvl="0" marL="0" marR="0" rtl="0" algn="l">
              <a:lnSpc>
                <a:spcPct val="100000"/>
              </a:lnSpc>
              <a:spcBef>
                <a:spcPts val="0"/>
              </a:spcBef>
              <a:spcAft>
                <a:spcPts val="0"/>
              </a:spcAft>
              <a:buNone/>
            </a:pPr>
            <a:r>
              <a:rPr i="0" lang="en-US" sz="2000" u="none" cap="none" strike="noStrike">
                <a:solidFill>
                  <a:srgbClr val="000000"/>
                </a:solidFill>
                <a:latin typeface="Noto Sans KR"/>
                <a:ea typeface="Noto Sans KR"/>
                <a:cs typeface="Noto Sans KR"/>
                <a:sym typeface="Noto Sans KR"/>
              </a:rPr>
              <a:t>이차 무제약 이진 최적화</a:t>
            </a:r>
            <a:endParaRPr i="0" sz="2000" u="none" cap="none" strike="noStrike">
              <a:solidFill>
                <a:srgbClr val="000000"/>
              </a:solidFill>
              <a:latin typeface="Noto Sans KR"/>
              <a:ea typeface="Noto Sans KR"/>
              <a:cs typeface="Noto Sans KR"/>
              <a:sym typeface="Noto Sans KR"/>
            </a:endParaRPr>
          </a:p>
        </p:txBody>
      </p:sp>
      <p:pic>
        <p:nvPicPr>
          <p:cNvPr descr="Quantum Sundays |28⟩ QUBO, Inc.: Selecting the Right Solver in a NISQ World  | by Adnan Masood, PhD. | Medium" id="284" name="Google Shape;284;p71"/>
          <p:cNvPicPr preferRelativeResize="0"/>
          <p:nvPr/>
        </p:nvPicPr>
        <p:blipFill rotWithShape="1">
          <a:blip r:embed="rId3">
            <a:alphaModFix/>
          </a:blip>
          <a:srcRect b="0" l="0" r="0" t="0"/>
          <a:stretch/>
        </p:blipFill>
        <p:spPr>
          <a:xfrm>
            <a:off x="548329" y="2197751"/>
            <a:ext cx="6726237" cy="4482774"/>
          </a:xfrm>
          <a:prstGeom prst="rect">
            <a:avLst/>
          </a:prstGeom>
          <a:noFill/>
          <a:ln>
            <a:noFill/>
          </a:ln>
        </p:spPr>
      </p:pic>
      <p:pic>
        <p:nvPicPr>
          <p:cNvPr id="285" name="Google Shape;285;p71"/>
          <p:cNvPicPr preferRelativeResize="0"/>
          <p:nvPr/>
        </p:nvPicPr>
        <p:blipFill rotWithShape="1">
          <a:blip r:embed="rId4">
            <a:alphaModFix/>
          </a:blip>
          <a:srcRect b="0" l="0" r="0" t="0"/>
          <a:stretch/>
        </p:blipFill>
        <p:spPr>
          <a:xfrm>
            <a:off x="7274566" y="2197751"/>
            <a:ext cx="4820323" cy="1086002"/>
          </a:xfrm>
          <a:prstGeom prst="rect">
            <a:avLst/>
          </a:prstGeom>
          <a:noFill/>
          <a:ln>
            <a:noFill/>
          </a:ln>
        </p:spPr>
      </p:pic>
      <p:sp>
        <p:nvSpPr>
          <p:cNvPr id="286" name="Google Shape;286;p71"/>
          <p:cNvSpPr txBox="1"/>
          <p:nvPr/>
        </p:nvSpPr>
        <p:spPr>
          <a:xfrm>
            <a:off x="7338603" y="3244334"/>
            <a:ext cx="4191000" cy="40011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000000"/>
                </a:solidFill>
                <a:latin typeface="Noto Sans KR"/>
                <a:ea typeface="Noto Sans KR"/>
                <a:cs typeface="Noto Sans KR"/>
                <a:sym typeface="Noto Sans KR"/>
              </a:rPr>
              <a:t>Ising Hamiltonian</a:t>
            </a:r>
            <a:endParaRPr b="0" i="0" sz="2000" u="none" cap="none" strike="noStrike">
              <a:solidFill>
                <a:srgbClr val="000000"/>
              </a:solidFill>
              <a:latin typeface="Noto Sans KR"/>
              <a:ea typeface="Noto Sans KR"/>
              <a:cs typeface="Noto Sans KR"/>
              <a:sym typeface="Noto Sans K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72"/>
          <p:cNvSpPr txBox="1"/>
          <p:nvPr/>
        </p:nvSpPr>
        <p:spPr>
          <a:xfrm>
            <a:off x="548329" y="457595"/>
            <a:ext cx="11086500" cy="387798"/>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A2342"/>
              </a:buClr>
              <a:buSzPts val="2400"/>
              <a:buFont typeface="Arial"/>
              <a:buNone/>
            </a:pPr>
            <a:r>
              <a:rPr b="1" i="0" lang="en-US" sz="2800" u="none" cap="none" strike="noStrike">
                <a:solidFill>
                  <a:schemeClr val="dk1"/>
                </a:solidFill>
                <a:latin typeface="Noto Sans KR"/>
                <a:ea typeface="Noto Sans KR"/>
                <a:cs typeface="Noto Sans KR"/>
                <a:sym typeface="Noto Sans KR"/>
              </a:rPr>
              <a:t>Combinational Optimization Problems</a:t>
            </a:r>
            <a:endParaRPr b="1" i="0" sz="2800" u="none" cap="none" strike="noStrike">
              <a:solidFill>
                <a:schemeClr val="dk1"/>
              </a:solidFill>
              <a:latin typeface="Noto Sans KR"/>
              <a:ea typeface="Noto Sans KR"/>
              <a:cs typeface="Noto Sans KR"/>
              <a:sym typeface="Noto Sans KR"/>
            </a:endParaRPr>
          </a:p>
        </p:txBody>
      </p:sp>
      <p:sp>
        <p:nvSpPr>
          <p:cNvPr id="292" name="Google Shape;292;p72"/>
          <p:cNvSpPr txBox="1"/>
          <p:nvPr/>
        </p:nvSpPr>
        <p:spPr>
          <a:xfrm>
            <a:off x="484292" y="1243644"/>
            <a:ext cx="85497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i="0" lang="en-US" sz="2000" u="none" cap="none" strike="noStrike">
                <a:solidFill>
                  <a:srgbClr val="000000"/>
                </a:solidFill>
                <a:latin typeface="Noto Sans KR"/>
                <a:ea typeface="Noto Sans KR"/>
                <a:cs typeface="Noto Sans KR"/>
                <a:sym typeface="Noto Sans KR"/>
              </a:rPr>
              <a:t>Combinational Optimization Problem</a:t>
            </a:r>
            <a:endParaRPr sz="2000">
              <a:latin typeface="Noto Sans KR"/>
              <a:ea typeface="Noto Sans KR"/>
              <a:cs typeface="Noto Sans KR"/>
              <a:sym typeface="Noto Sans KR"/>
            </a:endParaRPr>
          </a:p>
          <a:p>
            <a:pPr indent="0" lvl="0" marL="0" marR="0" rtl="0" algn="l">
              <a:lnSpc>
                <a:spcPct val="100000"/>
              </a:lnSpc>
              <a:spcBef>
                <a:spcPts val="0"/>
              </a:spcBef>
              <a:spcAft>
                <a:spcPts val="0"/>
              </a:spcAft>
              <a:buNone/>
            </a:pPr>
            <a:r>
              <a:rPr i="0" lang="en-US" sz="2000" u="none" cap="none" strike="noStrike">
                <a:solidFill>
                  <a:srgbClr val="000000"/>
                </a:solidFill>
                <a:latin typeface="Noto Sans KR"/>
                <a:ea typeface="Noto Sans KR"/>
                <a:cs typeface="Noto Sans KR"/>
                <a:sym typeface="Noto Sans KR"/>
              </a:rPr>
              <a:t>조합 최적화 문제</a:t>
            </a:r>
            <a:endParaRPr i="0" sz="2000" u="none" cap="none" strike="noStrike">
              <a:solidFill>
                <a:srgbClr val="000000"/>
              </a:solidFill>
              <a:latin typeface="Noto Sans KR"/>
              <a:ea typeface="Noto Sans KR"/>
              <a:cs typeface="Noto Sans KR"/>
              <a:sym typeface="Noto Sans KR"/>
            </a:endParaRPr>
          </a:p>
        </p:txBody>
      </p:sp>
      <p:pic>
        <p:nvPicPr>
          <p:cNvPr id="293" name="Google Shape;293;p72"/>
          <p:cNvPicPr preferRelativeResize="0"/>
          <p:nvPr/>
        </p:nvPicPr>
        <p:blipFill rotWithShape="1">
          <a:blip r:embed="rId3">
            <a:alphaModFix/>
          </a:blip>
          <a:srcRect b="0" l="0" r="0" t="0"/>
          <a:stretch/>
        </p:blipFill>
        <p:spPr>
          <a:xfrm>
            <a:off x="548329" y="2219318"/>
            <a:ext cx="4762500" cy="3724275"/>
          </a:xfrm>
          <a:prstGeom prst="rect">
            <a:avLst/>
          </a:prstGeom>
          <a:noFill/>
          <a:ln>
            <a:noFill/>
          </a:ln>
        </p:spPr>
      </p:pic>
      <p:sp>
        <p:nvSpPr>
          <p:cNvPr id="294" name="Google Shape;294;p72"/>
          <p:cNvSpPr txBox="1"/>
          <p:nvPr/>
        </p:nvSpPr>
        <p:spPr>
          <a:xfrm>
            <a:off x="9347200" y="6611779"/>
            <a:ext cx="2844800" cy="24622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000" u="sng" cap="none" strike="noStrike">
                <a:solidFill>
                  <a:srgbClr val="000000"/>
                </a:solidFill>
                <a:latin typeface="Arial"/>
                <a:ea typeface="Arial"/>
                <a:cs typeface="Arial"/>
                <a:sym typeface="Arial"/>
                <a:hlinkClick r:id="rId4">
                  <a:extLst>
                    <a:ext uri="{A12FA001-AC4F-418D-AE19-62706E023703}">
                      <ahyp:hlinkClr val="tx"/>
                    </a:ext>
                  </a:extLst>
                </a:hlinkClick>
              </a:rPr>
              <a:t>https://www.lgresearch.ai/blog/view?seq=471</a:t>
            </a:r>
            <a:r>
              <a:rPr b="0" i="0" lang="en-US" sz="1000" u="none" cap="none" strike="noStrike">
                <a:solidFill>
                  <a:srgbClr val="000000"/>
                </a:solidFill>
                <a:latin typeface="Arial"/>
                <a:ea typeface="Arial"/>
                <a:cs typeface="Arial"/>
                <a:sym typeface="Arial"/>
              </a:rPr>
              <a:t> </a:t>
            </a:r>
            <a:endParaRPr/>
          </a:p>
        </p:txBody>
      </p:sp>
      <p:pic>
        <p:nvPicPr>
          <p:cNvPr id="295" name="Google Shape;295;p72"/>
          <p:cNvPicPr preferRelativeResize="0"/>
          <p:nvPr/>
        </p:nvPicPr>
        <p:blipFill rotWithShape="1">
          <a:blip r:embed="rId5">
            <a:alphaModFix/>
          </a:blip>
          <a:srcRect b="0" l="0" r="0" t="0"/>
          <a:stretch/>
        </p:blipFill>
        <p:spPr>
          <a:xfrm>
            <a:off x="5541746" y="4462985"/>
            <a:ext cx="6101925" cy="2086007"/>
          </a:xfrm>
          <a:prstGeom prst="rect">
            <a:avLst/>
          </a:prstGeom>
          <a:noFill/>
          <a:ln>
            <a:noFill/>
          </a:ln>
        </p:spPr>
      </p:pic>
      <p:pic>
        <p:nvPicPr>
          <p:cNvPr descr="undefined" id="296" name="Google Shape;296;p72"/>
          <p:cNvPicPr preferRelativeResize="0"/>
          <p:nvPr/>
        </p:nvPicPr>
        <p:blipFill rotWithShape="1">
          <a:blip r:embed="rId6">
            <a:alphaModFix/>
          </a:blip>
          <a:srcRect b="0" l="0" r="0" t="0"/>
          <a:stretch/>
        </p:blipFill>
        <p:spPr>
          <a:xfrm>
            <a:off x="7695712" y="1616286"/>
            <a:ext cx="3939117" cy="3151294"/>
          </a:xfrm>
          <a:prstGeom prst="rect">
            <a:avLst/>
          </a:prstGeom>
          <a:noFill/>
          <a:ln>
            <a:noFill/>
          </a:ln>
        </p:spPr>
      </p:pic>
      <p:pic>
        <p:nvPicPr>
          <p:cNvPr descr="undefined" id="297" name="Google Shape;297;p72"/>
          <p:cNvPicPr preferRelativeResize="0"/>
          <p:nvPr/>
        </p:nvPicPr>
        <p:blipFill rotWithShape="1">
          <a:blip r:embed="rId7">
            <a:alphaModFix/>
          </a:blip>
          <a:srcRect b="0" l="0" r="0" t="0"/>
          <a:stretch/>
        </p:blipFill>
        <p:spPr>
          <a:xfrm>
            <a:off x="5281796" y="2219318"/>
            <a:ext cx="2442950" cy="211833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73"/>
          <p:cNvSpPr txBox="1"/>
          <p:nvPr/>
        </p:nvSpPr>
        <p:spPr>
          <a:xfrm>
            <a:off x="548329" y="457595"/>
            <a:ext cx="11086500" cy="387798"/>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A2342"/>
              </a:buClr>
              <a:buSzPts val="2400"/>
              <a:buFont typeface="Arial"/>
              <a:buNone/>
            </a:pPr>
            <a:r>
              <a:rPr b="1" i="0" lang="en-US" sz="2800" u="none" cap="none" strike="noStrike">
                <a:solidFill>
                  <a:schemeClr val="dk1"/>
                </a:solidFill>
                <a:latin typeface="Noto Sans KR"/>
                <a:ea typeface="Noto Sans KR"/>
                <a:cs typeface="Noto Sans KR"/>
                <a:sym typeface="Noto Sans KR"/>
              </a:rPr>
              <a:t>Travelling Salesman Problem</a:t>
            </a:r>
            <a:endParaRPr b="1" i="0" sz="2800" u="none" cap="none" strike="noStrike">
              <a:solidFill>
                <a:schemeClr val="dk1"/>
              </a:solidFill>
              <a:latin typeface="Noto Sans KR"/>
              <a:ea typeface="Noto Sans KR"/>
              <a:cs typeface="Noto Sans KR"/>
              <a:sym typeface="Noto Sans KR"/>
            </a:endParaRPr>
          </a:p>
        </p:txBody>
      </p:sp>
      <p:pic>
        <p:nvPicPr>
          <p:cNvPr id="303" name="Google Shape;303;p73"/>
          <p:cNvPicPr preferRelativeResize="0"/>
          <p:nvPr/>
        </p:nvPicPr>
        <p:blipFill rotWithShape="1">
          <a:blip r:embed="rId3">
            <a:alphaModFix/>
          </a:blip>
          <a:srcRect b="0" l="0" r="0" t="0"/>
          <a:stretch/>
        </p:blipFill>
        <p:spPr>
          <a:xfrm>
            <a:off x="658396" y="1465262"/>
            <a:ext cx="6038738" cy="4722293"/>
          </a:xfrm>
          <a:prstGeom prst="rect">
            <a:avLst/>
          </a:prstGeom>
          <a:noFill/>
          <a:ln>
            <a:noFill/>
          </a:ln>
        </p:spPr>
      </p:pic>
      <p:sp>
        <p:nvSpPr>
          <p:cNvPr id="304" name="Google Shape;304;p73"/>
          <p:cNvSpPr txBox="1"/>
          <p:nvPr/>
        </p:nvSpPr>
        <p:spPr>
          <a:xfrm>
            <a:off x="9347200" y="6611779"/>
            <a:ext cx="2844800" cy="24622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000" u="sng" cap="none" strike="noStrike">
                <a:solidFill>
                  <a:srgbClr val="000000"/>
                </a:solidFill>
                <a:latin typeface="Arial"/>
                <a:ea typeface="Arial"/>
                <a:cs typeface="Arial"/>
                <a:sym typeface="Arial"/>
                <a:hlinkClick r:id="rId4">
                  <a:extLst>
                    <a:ext uri="{A12FA001-AC4F-418D-AE19-62706E023703}">
                      <ahyp:hlinkClr val="tx"/>
                    </a:ext>
                  </a:extLst>
                </a:hlinkClick>
              </a:rPr>
              <a:t>https://www.lgresearch.ai/blog/view?seq=471</a:t>
            </a:r>
            <a:r>
              <a:rPr b="0" i="0" lang="en-US" sz="1000" u="none" cap="none" strike="noStrike">
                <a:solidFill>
                  <a:srgbClr val="000000"/>
                </a:solidFill>
                <a:latin typeface="Arial"/>
                <a:ea typeface="Arial"/>
                <a:cs typeface="Arial"/>
                <a:sym typeface="Arial"/>
              </a:rPr>
              <a:t> </a:t>
            </a:r>
            <a:endParaRPr/>
          </a:p>
        </p:txBody>
      </p:sp>
      <p:sp>
        <p:nvSpPr>
          <p:cNvPr id="305" name="Google Shape;305;p73"/>
          <p:cNvSpPr txBox="1"/>
          <p:nvPr/>
        </p:nvSpPr>
        <p:spPr>
          <a:xfrm>
            <a:off x="6927427" y="1465261"/>
            <a:ext cx="4545000" cy="3170700"/>
          </a:xfrm>
          <a:prstGeom prst="rect">
            <a:avLst/>
          </a:prstGeom>
          <a:noFill/>
          <a:ln>
            <a:noFill/>
          </a:ln>
        </p:spPr>
        <p:txBody>
          <a:bodyPr anchorCtr="0" anchor="t" bIns="45700" lIns="91425" spcFirstLastPara="1" rIns="91425" wrap="square" tIns="45700">
            <a:spAutoFit/>
          </a:bodyPr>
          <a:lstStyle/>
          <a:p>
            <a:pPr indent="-317500" lvl="0" marL="342900" marR="0" rtl="0" algn="l">
              <a:lnSpc>
                <a:spcPct val="100000"/>
              </a:lnSpc>
              <a:spcBef>
                <a:spcPts val="0"/>
              </a:spcBef>
              <a:spcAft>
                <a:spcPts val="0"/>
              </a:spcAft>
              <a:buClr>
                <a:srgbClr val="000000"/>
              </a:buClr>
              <a:buSzPts val="2000"/>
              <a:buFont typeface="Noto Sans KR"/>
              <a:buChar char="•"/>
            </a:pPr>
            <a:r>
              <a:rPr b="1" i="0" lang="en-US" sz="2000" u="none" cap="none" strike="noStrike">
                <a:solidFill>
                  <a:srgbClr val="000000"/>
                </a:solidFill>
                <a:latin typeface="Noto Sans KR"/>
                <a:ea typeface="Noto Sans KR"/>
                <a:cs typeface="Noto Sans KR"/>
                <a:sym typeface="Noto Sans KR"/>
              </a:rPr>
              <a:t>TSP</a:t>
            </a:r>
            <a:endParaRPr sz="2000">
              <a:latin typeface="Noto Sans KR"/>
              <a:ea typeface="Noto Sans KR"/>
              <a:cs typeface="Noto Sans KR"/>
              <a:sym typeface="Noto Sans KR"/>
            </a:endParaRPr>
          </a:p>
          <a:p>
            <a:pPr indent="0" lvl="0" marL="0" marR="0" rtl="0" algn="l">
              <a:lnSpc>
                <a:spcPct val="100000"/>
              </a:lnSpc>
              <a:spcBef>
                <a:spcPts val="0"/>
              </a:spcBef>
              <a:spcAft>
                <a:spcPts val="0"/>
              </a:spcAft>
              <a:buNone/>
            </a:pPr>
            <a:r>
              <a:rPr i="0" lang="en-US" sz="2000" u="none" cap="none" strike="noStrike">
                <a:solidFill>
                  <a:srgbClr val="000000"/>
                </a:solidFill>
                <a:latin typeface="Noto Sans KR"/>
                <a:ea typeface="Noto Sans KR"/>
                <a:cs typeface="Noto Sans KR"/>
                <a:sym typeface="Noto Sans KR"/>
              </a:rPr>
              <a:t>주어진 지점(노드)를 모두 방문하는 데 최소한의 거리(시간, 비용)이 드는 방법은 무엇인가</a:t>
            </a:r>
            <a:endParaRPr i="0" sz="2000" u="none" cap="none" strike="noStrike">
              <a:solidFill>
                <a:srgbClr val="000000"/>
              </a:solidFill>
              <a:latin typeface="Noto Sans KR"/>
              <a:ea typeface="Noto Sans KR"/>
              <a:cs typeface="Noto Sans KR"/>
              <a:sym typeface="Noto Sans KR"/>
            </a:endParaRPr>
          </a:p>
          <a:p>
            <a:pPr indent="0" lvl="0" marL="0" marR="0" rtl="0" algn="l">
              <a:lnSpc>
                <a:spcPct val="100000"/>
              </a:lnSpc>
              <a:spcBef>
                <a:spcPts val="0"/>
              </a:spcBef>
              <a:spcAft>
                <a:spcPts val="0"/>
              </a:spcAft>
              <a:buNone/>
            </a:pPr>
            <a:r>
              <a:t/>
            </a:r>
            <a:endParaRPr i="0" sz="2000" u="none" cap="none" strike="noStrike">
              <a:solidFill>
                <a:srgbClr val="000000"/>
              </a:solidFill>
              <a:latin typeface="Noto Sans KR"/>
              <a:ea typeface="Noto Sans KR"/>
              <a:cs typeface="Noto Sans KR"/>
              <a:sym typeface="Noto Sans KR"/>
            </a:endParaRPr>
          </a:p>
          <a:p>
            <a:pPr indent="0" lvl="0" marL="0" marR="0" rtl="0" algn="l">
              <a:lnSpc>
                <a:spcPct val="100000"/>
              </a:lnSpc>
              <a:spcBef>
                <a:spcPts val="0"/>
              </a:spcBef>
              <a:spcAft>
                <a:spcPts val="0"/>
              </a:spcAft>
              <a:buNone/>
            </a:pPr>
            <a:r>
              <a:t/>
            </a:r>
            <a:endParaRPr i="0" sz="2000" u="none" cap="none" strike="noStrike">
              <a:solidFill>
                <a:srgbClr val="000000"/>
              </a:solidFill>
              <a:latin typeface="Noto Sans KR"/>
              <a:ea typeface="Noto Sans KR"/>
              <a:cs typeface="Noto Sans KR"/>
              <a:sym typeface="Noto Sans KR"/>
            </a:endParaRPr>
          </a:p>
          <a:p>
            <a:pPr indent="0" lvl="0" marL="0" marR="0" rtl="0" algn="l">
              <a:lnSpc>
                <a:spcPct val="100000"/>
              </a:lnSpc>
              <a:spcBef>
                <a:spcPts val="0"/>
              </a:spcBef>
              <a:spcAft>
                <a:spcPts val="0"/>
              </a:spcAft>
              <a:buNone/>
            </a:pPr>
            <a:r>
              <a:rPr i="0" lang="en-US" sz="2000" u="none" cap="none" strike="noStrike">
                <a:solidFill>
                  <a:srgbClr val="000000"/>
                </a:solidFill>
                <a:latin typeface="Noto Sans KR"/>
                <a:ea typeface="Noto Sans KR"/>
                <a:cs typeface="Noto Sans KR"/>
                <a:sym typeface="Noto Sans KR"/>
              </a:rPr>
              <a:t>Ex)</a:t>
            </a:r>
            <a:endParaRPr sz="2000">
              <a:latin typeface="Noto Sans KR"/>
              <a:ea typeface="Noto Sans KR"/>
              <a:cs typeface="Noto Sans KR"/>
              <a:sym typeface="Noto Sans KR"/>
            </a:endParaRPr>
          </a:p>
          <a:p>
            <a:pPr indent="0" lvl="0" marL="0" marR="0" rtl="0" algn="l">
              <a:lnSpc>
                <a:spcPct val="100000"/>
              </a:lnSpc>
              <a:spcBef>
                <a:spcPts val="0"/>
              </a:spcBef>
              <a:spcAft>
                <a:spcPts val="0"/>
              </a:spcAft>
              <a:buNone/>
            </a:pPr>
            <a:r>
              <a:rPr i="0" lang="en-US" sz="2000" u="none" cap="none" strike="noStrike">
                <a:solidFill>
                  <a:srgbClr val="000000"/>
                </a:solidFill>
                <a:latin typeface="Noto Sans KR"/>
                <a:ea typeface="Noto Sans KR"/>
                <a:cs typeface="Noto Sans KR"/>
                <a:sym typeface="Noto Sans KR"/>
              </a:rPr>
              <a:t>여행 동선 최적화</a:t>
            </a:r>
            <a:endParaRPr i="0" sz="2000" u="none" cap="none" strike="noStrike">
              <a:solidFill>
                <a:srgbClr val="000000"/>
              </a:solidFill>
              <a:latin typeface="Noto Sans KR"/>
              <a:ea typeface="Noto Sans KR"/>
              <a:cs typeface="Noto Sans KR"/>
              <a:sym typeface="Noto Sans KR"/>
            </a:endParaRPr>
          </a:p>
          <a:p>
            <a:pPr indent="0" lvl="0" marL="0" marR="0" rtl="0" algn="l">
              <a:lnSpc>
                <a:spcPct val="100000"/>
              </a:lnSpc>
              <a:spcBef>
                <a:spcPts val="0"/>
              </a:spcBef>
              <a:spcAft>
                <a:spcPts val="0"/>
              </a:spcAft>
              <a:buNone/>
            </a:pPr>
            <a:r>
              <a:rPr i="0" lang="en-US" sz="2000" u="none" cap="none" strike="noStrike">
                <a:solidFill>
                  <a:srgbClr val="000000"/>
                </a:solidFill>
                <a:latin typeface="Noto Sans KR"/>
                <a:ea typeface="Noto Sans KR"/>
                <a:cs typeface="Noto Sans KR"/>
                <a:sym typeface="Noto Sans KR"/>
              </a:rPr>
              <a:t>물류 최적화</a:t>
            </a:r>
            <a:endParaRPr i="0" sz="2000" u="none" cap="none" strike="noStrike">
              <a:solidFill>
                <a:srgbClr val="000000"/>
              </a:solidFill>
              <a:latin typeface="Noto Sans KR"/>
              <a:ea typeface="Noto Sans KR"/>
              <a:cs typeface="Noto Sans KR"/>
              <a:sym typeface="Noto Sans KR"/>
            </a:endParaRPr>
          </a:p>
          <a:p>
            <a:pPr indent="0" lvl="0" marL="0" marR="0" rtl="0" algn="l">
              <a:lnSpc>
                <a:spcPct val="100000"/>
              </a:lnSpc>
              <a:spcBef>
                <a:spcPts val="0"/>
              </a:spcBef>
              <a:spcAft>
                <a:spcPts val="0"/>
              </a:spcAft>
              <a:buNone/>
            </a:pPr>
            <a:r>
              <a:rPr i="0" lang="en-US" sz="2000" u="none" cap="none" strike="noStrike">
                <a:solidFill>
                  <a:srgbClr val="000000"/>
                </a:solidFill>
                <a:latin typeface="Noto Sans KR"/>
                <a:ea typeface="Noto Sans KR"/>
                <a:cs typeface="Noto Sans KR"/>
                <a:sym typeface="Noto Sans KR"/>
              </a:rPr>
              <a:t>…</a:t>
            </a:r>
            <a:endParaRPr sz="2000">
              <a:latin typeface="Noto Sans KR"/>
              <a:ea typeface="Noto Sans KR"/>
              <a:cs typeface="Noto Sans KR"/>
              <a:sym typeface="Noto Sans K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pic>
        <p:nvPicPr>
          <p:cNvPr id="310" name="Google Shape;310;p74"/>
          <p:cNvPicPr preferRelativeResize="0"/>
          <p:nvPr/>
        </p:nvPicPr>
        <p:blipFill rotWithShape="1">
          <a:blip r:embed="rId3">
            <a:alphaModFix/>
          </a:blip>
          <a:srcRect b="0" l="0" r="0" t="0"/>
          <a:stretch/>
        </p:blipFill>
        <p:spPr>
          <a:xfrm>
            <a:off x="646434" y="1032109"/>
            <a:ext cx="5449566" cy="5500838"/>
          </a:xfrm>
          <a:prstGeom prst="rect">
            <a:avLst/>
          </a:prstGeom>
          <a:noFill/>
          <a:ln>
            <a:noFill/>
          </a:ln>
        </p:spPr>
      </p:pic>
      <p:pic>
        <p:nvPicPr>
          <p:cNvPr id="311" name="Google Shape;311;p74"/>
          <p:cNvPicPr preferRelativeResize="0"/>
          <p:nvPr/>
        </p:nvPicPr>
        <p:blipFill rotWithShape="1">
          <a:blip r:embed="rId4">
            <a:alphaModFix/>
          </a:blip>
          <a:srcRect b="0" l="0" r="0" t="0"/>
          <a:stretch/>
        </p:blipFill>
        <p:spPr>
          <a:xfrm>
            <a:off x="6323858" y="1032109"/>
            <a:ext cx="5457180" cy="5500838"/>
          </a:xfrm>
          <a:prstGeom prst="rect">
            <a:avLst/>
          </a:prstGeom>
          <a:noFill/>
          <a:ln>
            <a:noFill/>
          </a:ln>
        </p:spPr>
      </p:pic>
      <p:sp>
        <p:nvSpPr>
          <p:cNvPr id="312" name="Google Shape;312;p74"/>
          <p:cNvSpPr txBox="1"/>
          <p:nvPr/>
        </p:nvSpPr>
        <p:spPr>
          <a:xfrm>
            <a:off x="548329" y="457595"/>
            <a:ext cx="11086500" cy="387798"/>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A2342"/>
              </a:buClr>
              <a:buSzPts val="2400"/>
              <a:buFont typeface="Arial"/>
              <a:buNone/>
            </a:pPr>
            <a:r>
              <a:rPr b="1" i="0" lang="en-US" sz="2800" u="none" cap="none" strike="noStrike">
                <a:solidFill>
                  <a:schemeClr val="dk1"/>
                </a:solidFill>
                <a:latin typeface="Noto Sans KR"/>
                <a:ea typeface="Noto Sans KR"/>
                <a:cs typeface="Noto Sans KR"/>
                <a:sym typeface="Noto Sans KR"/>
              </a:rPr>
              <a:t>Logistic Optimization</a:t>
            </a:r>
            <a:endParaRPr b="1" i="0" sz="2800" u="none" cap="none" strike="noStrike">
              <a:solidFill>
                <a:schemeClr val="dk1"/>
              </a:solidFill>
              <a:latin typeface="Noto Sans KR"/>
              <a:ea typeface="Noto Sans KR"/>
              <a:cs typeface="Noto Sans KR"/>
              <a:sym typeface="Noto Sans K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75"/>
          <p:cNvSpPr txBox="1"/>
          <p:nvPr/>
        </p:nvSpPr>
        <p:spPr>
          <a:xfrm>
            <a:off x="548329" y="457595"/>
            <a:ext cx="11086500" cy="387798"/>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A2342"/>
              </a:buClr>
              <a:buSzPts val="2400"/>
              <a:buFont typeface="Arial"/>
              <a:buNone/>
            </a:pPr>
            <a:r>
              <a:rPr b="1" i="0" lang="en-US" sz="2800" u="none" cap="none" strike="noStrike">
                <a:solidFill>
                  <a:schemeClr val="dk1"/>
                </a:solidFill>
                <a:latin typeface="Noto Sans KR"/>
                <a:ea typeface="Noto Sans KR"/>
                <a:cs typeface="Noto Sans KR"/>
                <a:sym typeface="Noto Sans KR"/>
              </a:rPr>
              <a:t>Max-Cut Problem</a:t>
            </a:r>
            <a:endParaRPr b="1" i="0" sz="2800" u="none" cap="none" strike="noStrike">
              <a:solidFill>
                <a:schemeClr val="dk1"/>
              </a:solidFill>
              <a:latin typeface="Noto Sans KR"/>
              <a:ea typeface="Noto Sans KR"/>
              <a:cs typeface="Noto Sans KR"/>
              <a:sym typeface="Noto Sans KR"/>
            </a:endParaRPr>
          </a:p>
        </p:txBody>
      </p:sp>
      <p:sp>
        <p:nvSpPr>
          <p:cNvPr id="318" name="Google Shape;318;p75"/>
          <p:cNvSpPr txBox="1"/>
          <p:nvPr/>
        </p:nvSpPr>
        <p:spPr>
          <a:xfrm>
            <a:off x="8256682" y="1485900"/>
            <a:ext cx="3719400" cy="4094400"/>
          </a:xfrm>
          <a:prstGeom prst="rect">
            <a:avLst/>
          </a:prstGeom>
          <a:noFill/>
          <a:ln>
            <a:noFill/>
          </a:ln>
        </p:spPr>
        <p:txBody>
          <a:bodyPr anchorCtr="0" anchor="t" bIns="45700" lIns="91425" spcFirstLastPara="1" rIns="91425" wrap="square" tIns="45700">
            <a:spAutoFit/>
          </a:bodyPr>
          <a:lstStyle/>
          <a:p>
            <a:pPr indent="-317500" lvl="0" marL="342900" marR="0" rtl="0" algn="l">
              <a:lnSpc>
                <a:spcPct val="100000"/>
              </a:lnSpc>
              <a:spcBef>
                <a:spcPts val="0"/>
              </a:spcBef>
              <a:spcAft>
                <a:spcPts val="0"/>
              </a:spcAft>
              <a:buClr>
                <a:srgbClr val="000000"/>
              </a:buClr>
              <a:buSzPts val="2000"/>
              <a:buFont typeface="Noto Sans KR"/>
              <a:buChar char="•"/>
            </a:pPr>
            <a:r>
              <a:rPr b="1" i="0" lang="en-US" sz="2000" u="none" cap="none" strike="noStrike">
                <a:solidFill>
                  <a:srgbClr val="000000"/>
                </a:solidFill>
                <a:latin typeface="Noto Sans KR"/>
                <a:ea typeface="Noto Sans KR"/>
                <a:cs typeface="Noto Sans KR"/>
                <a:sym typeface="Noto Sans KR"/>
              </a:rPr>
              <a:t>Max-Cut</a:t>
            </a:r>
            <a:endParaRPr sz="2000">
              <a:latin typeface="Noto Sans KR"/>
              <a:ea typeface="Noto Sans KR"/>
              <a:cs typeface="Noto Sans KR"/>
              <a:sym typeface="Noto Sans KR"/>
            </a:endParaRPr>
          </a:p>
          <a:p>
            <a:pPr indent="0" lvl="0" marL="0" marR="0" rtl="0" algn="l">
              <a:lnSpc>
                <a:spcPct val="100000"/>
              </a:lnSpc>
              <a:spcBef>
                <a:spcPts val="0"/>
              </a:spcBef>
              <a:spcAft>
                <a:spcPts val="0"/>
              </a:spcAft>
              <a:buNone/>
            </a:pPr>
            <a:r>
              <a:rPr i="0" lang="en-US" sz="2000" u="none" cap="none" strike="noStrike">
                <a:solidFill>
                  <a:srgbClr val="000000"/>
                </a:solidFill>
                <a:latin typeface="Noto Sans KR"/>
                <a:ea typeface="Noto Sans KR"/>
                <a:cs typeface="Noto Sans KR"/>
                <a:sym typeface="Noto Sans KR"/>
              </a:rPr>
              <a:t>주어진 그래프를 두 영역으로 나눌 때, 그래프의 간선을 최대한 많이 절단하는 방법은 무엇인가</a:t>
            </a:r>
            <a:endParaRPr i="0" sz="2000" u="none" cap="none" strike="noStrike">
              <a:solidFill>
                <a:srgbClr val="000000"/>
              </a:solidFill>
              <a:latin typeface="Noto Sans KR"/>
              <a:ea typeface="Noto Sans KR"/>
              <a:cs typeface="Noto Sans KR"/>
              <a:sym typeface="Noto Sans KR"/>
            </a:endParaRPr>
          </a:p>
          <a:p>
            <a:pPr indent="0" lvl="0" marL="0" marR="0" rtl="0" algn="l">
              <a:lnSpc>
                <a:spcPct val="100000"/>
              </a:lnSpc>
              <a:spcBef>
                <a:spcPts val="0"/>
              </a:spcBef>
              <a:spcAft>
                <a:spcPts val="0"/>
              </a:spcAft>
              <a:buNone/>
            </a:pPr>
            <a:r>
              <a:t/>
            </a:r>
            <a:endParaRPr i="0" sz="2000" u="none" cap="none" strike="noStrike">
              <a:solidFill>
                <a:srgbClr val="000000"/>
              </a:solidFill>
              <a:latin typeface="Noto Sans KR"/>
              <a:ea typeface="Noto Sans KR"/>
              <a:cs typeface="Noto Sans KR"/>
              <a:sym typeface="Noto Sans KR"/>
            </a:endParaRPr>
          </a:p>
          <a:p>
            <a:pPr indent="0" lvl="0" marL="0" marR="0" rtl="0" algn="l">
              <a:lnSpc>
                <a:spcPct val="100000"/>
              </a:lnSpc>
              <a:spcBef>
                <a:spcPts val="0"/>
              </a:spcBef>
              <a:spcAft>
                <a:spcPts val="0"/>
              </a:spcAft>
              <a:buNone/>
            </a:pPr>
            <a:r>
              <a:t/>
            </a:r>
            <a:endParaRPr i="0" sz="2000" u="none" cap="none" strike="noStrike">
              <a:solidFill>
                <a:srgbClr val="000000"/>
              </a:solidFill>
              <a:latin typeface="Noto Sans KR"/>
              <a:ea typeface="Noto Sans KR"/>
              <a:cs typeface="Noto Sans KR"/>
              <a:sym typeface="Noto Sans KR"/>
            </a:endParaRPr>
          </a:p>
          <a:p>
            <a:pPr indent="0" lvl="0" marL="0" marR="0" rtl="0" algn="l">
              <a:lnSpc>
                <a:spcPct val="100000"/>
              </a:lnSpc>
              <a:spcBef>
                <a:spcPts val="0"/>
              </a:spcBef>
              <a:spcAft>
                <a:spcPts val="0"/>
              </a:spcAft>
              <a:buNone/>
            </a:pPr>
            <a:r>
              <a:rPr i="0" lang="en-US" sz="2000" u="none" cap="none" strike="noStrike">
                <a:solidFill>
                  <a:srgbClr val="000000"/>
                </a:solidFill>
                <a:latin typeface="Noto Sans KR"/>
                <a:ea typeface="Noto Sans KR"/>
                <a:cs typeface="Noto Sans KR"/>
                <a:sym typeface="Noto Sans KR"/>
              </a:rPr>
              <a:t>Ex)</a:t>
            </a:r>
            <a:endParaRPr sz="2000">
              <a:latin typeface="Noto Sans KR"/>
              <a:ea typeface="Noto Sans KR"/>
              <a:cs typeface="Noto Sans KR"/>
              <a:sym typeface="Noto Sans KR"/>
            </a:endParaRPr>
          </a:p>
          <a:p>
            <a:pPr indent="0" lvl="0" marL="0" marR="0" rtl="0" algn="l">
              <a:lnSpc>
                <a:spcPct val="100000"/>
              </a:lnSpc>
              <a:spcBef>
                <a:spcPts val="0"/>
              </a:spcBef>
              <a:spcAft>
                <a:spcPts val="0"/>
              </a:spcAft>
              <a:buNone/>
            </a:pPr>
            <a:r>
              <a:rPr i="0" lang="en-US" sz="2000" u="none" cap="none" strike="noStrike">
                <a:solidFill>
                  <a:srgbClr val="000000"/>
                </a:solidFill>
                <a:latin typeface="Noto Sans KR"/>
                <a:ea typeface="Noto Sans KR"/>
                <a:cs typeface="Noto Sans KR"/>
                <a:sym typeface="Noto Sans KR"/>
              </a:rPr>
              <a:t>팀 빌딩</a:t>
            </a:r>
            <a:endParaRPr i="0" sz="2000" u="none" cap="none" strike="noStrike">
              <a:solidFill>
                <a:srgbClr val="000000"/>
              </a:solidFill>
              <a:latin typeface="Noto Sans KR"/>
              <a:ea typeface="Noto Sans KR"/>
              <a:cs typeface="Noto Sans KR"/>
              <a:sym typeface="Noto Sans KR"/>
            </a:endParaRPr>
          </a:p>
          <a:p>
            <a:pPr indent="0" lvl="0" marL="0" marR="0" rtl="0" algn="l">
              <a:lnSpc>
                <a:spcPct val="100000"/>
              </a:lnSpc>
              <a:spcBef>
                <a:spcPts val="0"/>
              </a:spcBef>
              <a:spcAft>
                <a:spcPts val="0"/>
              </a:spcAft>
              <a:buNone/>
            </a:pPr>
            <a:r>
              <a:rPr i="0" lang="en-US" sz="2000" u="none" cap="none" strike="noStrike">
                <a:solidFill>
                  <a:srgbClr val="000000"/>
                </a:solidFill>
                <a:latin typeface="Noto Sans KR"/>
                <a:ea typeface="Noto Sans KR"/>
                <a:cs typeface="Noto Sans KR"/>
                <a:sym typeface="Noto Sans KR"/>
              </a:rPr>
              <a:t>자산 포트폴리오</a:t>
            </a:r>
            <a:endParaRPr i="0" sz="2000" u="none" cap="none" strike="noStrike">
              <a:solidFill>
                <a:srgbClr val="000000"/>
              </a:solidFill>
              <a:latin typeface="Noto Sans KR"/>
              <a:ea typeface="Noto Sans KR"/>
              <a:cs typeface="Noto Sans KR"/>
              <a:sym typeface="Noto Sans KR"/>
            </a:endParaRPr>
          </a:p>
          <a:p>
            <a:pPr indent="0" lvl="0" marL="0" marR="0" rtl="0" algn="l">
              <a:lnSpc>
                <a:spcPct val="100000"/>
              </a:lnSpc>
              <a:spcBef>
                <a:spcPts val="0"/>
              </a:spcBef>
              <a:spcAft>
                <a:spcPts val="0"/>
              </a:spcAft>
              <a:buNone/>
            </a:pPr>
            <a:r>
              <a:rPr i="0" lang="en-US" sz="2000" u="none" cap="none" strike="noStrike">
                <a:solidFill>
                  <a:srgbClr val="000000"/>
                </a:solidFill>
                <a:latin typeface="Noto Sans KR"/>
                <a:ea typeface="Noto Sans KR"/>
                <a:cs typeface="Noto Sans KR"/>
                <a:sym typeface="Noto Sans KR"/>
              </a:rPr>
              <a:t>리스크 관리</a:t>
            </a:r>
            <a:endParaRPr i="0" sz="2000" u="none" cap="none" strike="noStrike">
              <a:solidFill>
                <a:srgbClr val="000000"/>
              </a:solidFill>
              <a:latin typeface="Noto Sans KR"/>
              <a:ea typeface="Noto Sans KR"/>
              <a:cs typeface="Noto Sans KR"/>
              <a:sym typeface="Noto Sans KR"/>
            </a:endParaRPr>
          </a:p>
          <a:p>
            <a:pPr indent="0" lvl="0" marL="0" marR="0" rtl="0" algn="l">
              <a:lnSpc>
                <a:spcPct val="100000"/>
              </a:lnSpc>
              <a:spcBef>
                <a:spcPts val="0"/>
              </a:spcBef>
              <a:spcAft>
                <a:spcPts val="0"/>
              </a:spcAft>
              <a:buNone/>
            </a:pPr>
            <a:r>
              <a:rPr i="0" lang="en-US" sz="2000" u="none" cap="none" strike="noStrike">
                <a:solidFill>
                  <a:srgbClr val="000000"/>
                </a:solidFill>
                <a:latin typeface="Noto Sans KR"/>
                <a:ea typeface="Noto Sans KR"/>
                <a:cs typeface="Noto Sans KR"/>
                <a:sym typeface="Noto Sans KR"/>
              </a:rPr>
              <a:t>네트워크 차단</a:t>
            </a:r>
            <a:endParaRPr i="0" sz="2000" u="none" cap="none" strike="noStrike">
              <a:solidFill>
                <a:srgbClr val="000000"/>
              </a:solidFill>
              <a:latin typeface="Noto Sans KR"/>
              <a:ea typeface="Noto Sans KR"/>
              <a:cs typeface="Noto Sans KR"/>
              <a:sym typeface="Noto Sans KR"/>
            </a:endParaRPr>
          </a:p>
          <a:p>
            <a:pPr indent="0" lvl="0" marL="0" marR="0" rtl="0" algn="l">
              <a:lnSpc>
                <a:spcPct val="100000"/>
              </a:lnSpc>
              <a:spcBef>
                <a:spcPts val="0"/>
              </a:spcBef>
              <a:spcAft>
                <a:spcPts val="0"/>
              </a:spcAft>
              <a:buNone/>
            </a:pPr>
            <a:r>
              <a:rPr i="0" lang="en-US" sz="2000" u="none" cap="none" strike="noStrike">
                <a:solidFill>
                  <a:srgbClr val="000000"/>
                </a:solidFill>
                <a:latin typeface="Noto Sans KR"/>
                <a:ea typeface="Noto Sans KR"/>
                <a:cs typeface="Noto Sans KR"/>
                <a:sym typeface="Noto Sans KR"/>
              </a:rPr>
              <a:t>…</a:t>
            </a:r>
            <a:endParaRPr sz="2000">
              <a:latin typeface="Noto Sans KR"/>
              <a:ea typeface="Noto Sans KR"/>
              <a:cs typeface="Noto Sans KR"/>
              <a:sym typeface="Noto Sans KR"/>
            </a:endParaRPr>
          </a:p>
          <a:p>
            <a:pPr indent="0" lvl="0" marL="0" marR="0" rtl="0" algn="l">
              <a:lnSpc>
                <a:spcPct val="100000"/>
              </a:lnSpc>
              <a:spcBef>
                <a:spcPts val="0"/>
              </a:spcBef>
              <a:spcAft>
                <a:spcPts val="0"/>
              </a:spcAft>
              <a:buNone/>
            </a:pPr>
            <a:r>
              <a:t/>
            </a:r>
            <a:endParaRPr i="0" sz="2000" u="none" cap="none" strike="noStrike">
              <a:solidFill>
                <a:srgbClr val="000000"/>
              </a:solidFill>
              <a:latin typeface="Noto Sans KR"/>
              <a:ea typeface="Noto Sans KR"/>
              <a:cs typeface="Noto Sans KR"/>
              <a:sym typeface="Noto Sans KR"/>
            </a:endParaRPr>
          </a:p>
        </p:txBody>
      </p:sp>
      <p:pic>
        <p:nvPicPr>
          <p:cNvPr descr="undefined" id="319" name="Google Shape;319;p75"/>
          <p:cNvPicPr preferRelativeResize="0"/>
          <p:nvPr/>
        </p:nvPicPr>
        <p:blipFill rotWithShape="1">
          <a:blip r:embed="rId3">
            <a:alphaModFix/>
          </a:blip>
          <a:srcRect b="0" l="0" r="0" t="0"/>
          <a:stretch/>
        </p:blipFill>
        <p:spPr>
          <a:xfrm>
            <a:off x="1203200" y="1485900"/>
            <a:ext cx="6135549" cy="4908449"/>
          </a:xfrm>
          <a:prstGeom prst="rect">
            <a:avLst/>
          </a:prstGeom>
          <a:noFill/>
          <a:ln cap="flat" cmpd="sng" w="9525">
            <a:solidFill>
              <a:srgbClr val="000000"/>
            </a:solidFill>
            <a:prstDash val="solid"/>
            <a:round/>
            <a:headEnd len="sm" w="sm" type="none"/>
            <a:tailEnd len="sm" w="sm" type="none"/>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76"/>
          <p:cNvSpPr txBox="1"/>
          <p:nvPr/>
        </p:nvSpPr>
        <p:spPr>
          <a:xfrm>
            <a:off x="548329" y="457595"/>
            <a:ext cx="11086500" cy="387798"/>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A2342"/>
              </a:buClr>
              <a:buSzPts val="2400"/>
              <a:buFont typeface="Arial"/>
              <a:buNone/>
            </a:pPr>
            <a:r>
              <a:rPr b="1" i="0" lang="en-US" sz="2800" u="none" cap="none" strike="noStrike">
                <a:solidFill>
                  <a:schemeClr val="dk1"/>
                </a:solidFill>
                <a:latin typeface="Noto Sans KR"/>
                <a:ea typeface="Noto Sans KR"/>
                <a:cs typeface="Noto Sans KR"/>
                <a:sym typeface="Noto Sans KR"/>
              </a:rPr>
              <a:t>Knapsack Problem</a:t>
            </a:r>
            <a:endParaRPr b="1" i="0" sz="2800" u="none" cap="none" strike="noStrike">
              <a:solidFill>
                <a:schemeClr val="dk1"/>
              </a:solidFill>
              <a:latin typeface="Noto Sans KR"/>
              <a:ea typeface="Noto Sans KR"/>
              <a:cs typeface="Noto Sans KR"/>
              <a:sym typeface="Noto Sans KR"/>
            </a:endParaRPr>
          </a:p>
        </p:txBody>
      </p:sp>
      <p:sp>
        <p:nvSpPr>
          <p:cNvPr id="325" name="Google Shape;325;p76"/>
          <p:cNvSpPr txBox="1"/>
          <p:nvPr/>
        </p:nvSpPr>
        <p:spPr>
          <a:xfrm>
            <a:off x="6927427" y="1465261"/>
            <a:ext cx="4545000" cy="1077300"/>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2400"/>
              <a:buFont typeface="Arial"/>
              <a:buChar char="•"/>
            </a:pPr>
            <a:r>
              <a:rPr b="1" i="0" lang="en-US" sz="2400" u="none" cap="none" strike="noStrike">
                <a:solidFill>
                  <a:srgbClr val="000000"/>
                </a:solidFill>
                <a:latin typeface="Noto Sans KR"/>
                <a:ea typeface="Noto Sans KR"/>
                <a:cs typeface="Noto Sans KR"/>
                <a:sym typeface="Noto Sans KR"/>
              </a:rPr>
              <a:t>Knapsack Problem</a:t>
            </a:r>
            <a:endParaRPr/>
          </a:p>
          <a:p>
            <a:pPr indent="0" lvl="0" marL="0" marR="0" rtl="0" algn="l">
              <a:lnSpc>
                <a:spcPct val="100000"/>
              </a:lnSpc>
              <a:spcBef>
                <a:spcPts val="0"/>
              </a:spcBef>
              <a:spcAft>
                <a:spcPts val="0"/>
              </a:spcAft>
              <a:buNone/>
            </a:pPr>
            <a:r>
              <a:rPr b="0" i="0" lang="en-US" sz="2000" u="none" cap="none" strike="noStrike">
                <a:solidFill>
                  <a:srgbClr val="000000"/>
                </a:solidFill>
                <a:latin typeface="Noto Sans KR"/>
                <a:ea typeface="Noto Sans KR"/>
                <a:cs typeface="Noto Sans KR"/>
                <a:sym typeface="Noto Sans KR"/>
              </a:rPr>
              <a:t>배낭의 제한조건(크기, 질량)에 가장 가치가 높은 상품을 싣는 방법은 무엇인가</a:t>
            </a:r>
            <a:endParaRPr b="0" i="0" sz="2800" u="none" cap="none" strike="noStrike">
              <a:solidFill>
                <a:srgbClr val="000000"/>
              </a:solidFill>
              <a:latin typeface="Noto Sans KR"/>
              <a:ea typeface="Noto Sans KR"/>
              <a:cs typeface="Noto Sans KR"/>
              <a:sym typeface="Noto Sans KR"/>
            </a:endParaRPr>
          </a:p>
        </p:txBody>
      </p:sp>
      <p:pic>
        <p:nvPicPr>
          <p:cNvPr descr="undefined" id="326" name="Google Shape;326;p76"/>
          <p:cNvPicPr preferRelativeResize="0"/>
          <p:nvPr/>
        </p:nvPicPr>
        <p:blipFill rotWithShape="1">
          <a:blip r:embed="rId3">
            <a:alphaModFix/>
          </a:blip>
          <a:srcRect b="0" l="0" r="0" t="0"/>
          <a:stretch/>
        </p:blipFill>
        <p:spPr>
          <a:xfrm>
            <a:off x="365232" y="1150846"/>
            <a:ext cx="6562195" cy="5690221"/>
          </a:xfrm>
          <a:prstGeom prst="rect">
            <a:avLst/>
          </a:prstGeom>
          <a:noFill/>
          <a:ln>
            <a:noFill/>
          </a:ln>
        </p:spPr>
      </p:pic>
      <p:pic>
        <p:nvPicPr>
          <p:cNvPr descr="배틀그라운드 | Daum게임" id="327" name="Google Shape;327;p76"/>
          <p:cNvPicPr preferRelativeResize="0"/>
          <p:nvPr/>
        </p:nvPicPr>
        <p:blipFill rotWithShape="1">
          <a:blip r:embed="rId4">
            <a:alphaModFix/>
          </a:blip>
          <a:srcRect b="0" l="0" r="0" t="0"/>
          <a:stretch/>
        </p:blipFill>
        <p:spPr>
          <a:xfrm>
            <a:off x="6927427" y="3896678"/>
            <a:ext cx="5264573" cy="2961322"/>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77"/>
          <p:cNvSpPr txBox="1"/>
          <p:nvPr/>
        </p:nvSpPr>
        <p:spPr>
          <a:xfrm>
            <a:off x="548329" y="457595"/>
            <a:ext cx="11086500" cy="387798"/>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A2342"/>
              </a:buClr>
              <a:buSzPts val="2400"/>
              <a:buFont typeface="Arial"/>
              <a:buNone/>
            </a:pPr>
            <a:r>
              <a:rPr b="1" i="0" lang="en-US" sz="2800" u="none" cap="none" strike="noStrike">
                <a:solidFill>
                  <a:schemeClr val="dk1"/>
                </a:solidFill>
                <a:latin typeface="Noto Sans KR"/>
                <a:ea typeface="Noto Sans KR"/>
                <a:cs typeface="Noto Sans KR"/>
                <a:sym typeface="Noto Sans KR"/>
              </a:rPr>
              <a:t>Rectilinear Steiner Tree Packing Problem</a:t>
            </a:r>
            <a:endParaRPr b="1" i="0" sz="2800" u="none" cap="none" strike="noStrike">
              <a:solidFill>
                <a:schemeClr val="dk1"/>
              </a:solidFill>
              <a:latin typeface="Noto Sans KR"/>
              <a:ea typeface="Noto Sans KR"/>
              <a:cs typeface="Noto Sans KR"/>
              <a:sym typeface="Noto Sans KR"/>
            </a:endParaRPr>
          </a:p>
        </p:txBody>
      </p:sp>
      <p:sp>
        <p:nvSpPr>
          <p:cNvPr id="333" name="Google Shape;333;p77"/>
          <p:cNvSpPr txBox="1"/>
          <p:nvPr/>
        </p:nvSpPr>
        <p:spPr>
          <a:xfrm>
            <a:off x="9347200" y="6611779"/>
            <a:ext cx="2844800" cy="24622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000" u="sng" cap="none" strike="noStrike">
                <a:solidFill>
                  <a:srgbClr val="000000"/>
                </a:solidFill>
                <a:latin typeface="Arial"/>
                <a:ea typeface="Arial"/>
                <a:cs typeface="Arial"/>
                <a:sym typeface="Arial"/>
                <a:hlinkClick r:id="rId3">
                  <a:extLst>
                    <a:ext uri="{A12FA001-AC4F-418D-AE19-62706E023703}">
                      <ahyp:hlinkClr val="tx"/>
                    </a:ext>
                  </a:extLst>
                </a:hlinkClick>
              </a:rPr>
              <a:t>https://www.lgresearch.ai/blog/view?seq=471</a:t>
            </a:r>
            <a:r>
              <a:rPr b="0" i="0" lang="en-US" sz="1000" u="none" cap="none" strike="noStrike">
                <a:solidFill>
                  <a:srgbClr val="000000"/>
                </a:solidFill>
                <a:latin typeface="Arial"/>
                <a:ea typeface="Arial"/>
                <a:cs typeface="Arial"/>
                <a:sym typeface="Arial"/>
              </a:rPr>
              <a:t> </a:t>
            </a:r>
            <a:endParaRPr/>
          </a:p>
        </p:txBody>
      </p:sp>
      <p:pic>
        <p:nvPicPr>
          <p:cNvPr id="334" name="Google Shape;334;p77"/>
          <p:cNvPicPr preferRelativeResize="0"/>
          <p:nvPr/>
        </p:nvPicPr>
        <p:blipFill rotWithShape="1">
          <a:blip r:embed="rId4">
            <a:alphaModFix/>
          </a:blip>
          <a:srcRect b="0" l="0" r="0" t="0"/>
          <a:stretch/>
        </p:blipFill>
        <p:spPr>
          <a:xfrm>
            <a:off x="382682" y="1186385"/>
            <a:ext cx="11426635" cy="3906315"/>
          </a:xfrm>
          <a:prstGeom prst="rect">
            <a:avLst/>
          </a:prstGeom>
          <a:noFill/>
          <a:ln>
            <a:noFill/>
          </a:ln>
        </p:spPr>
      </p:pic>
      <p:sp>
        <p:nvSpPr>
          <p:cNvPr id="335" name="Google Shape;335;p77"/>
          <p:cNvSpPr txBox="1"/>
          <p:nvPr/>
        </p:nvSpPr>
        <p:spPr>
          <a:xfrm>
            <a:off x="382682" y="5092700"/>
            <a:ext cx="9269318" cy="1508105"/>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2400"/>
              <a:buFont typeface="Arial"/>
              <a:buChar char="•"/>
            </a:pPr>
            <a:r>
              <a:rPr b="1" i="0" lang="en-US" sz="2400" u="none" cap="none" strike="noStrike">
                <a:solidFill>
                  <a:srgbClr val="000000"/>
                </a:solidFill>
                <a:latin typeface="Noto Sans KR"/>
                <a:ea typeface="Noto Sans KR"/>
                <a:cs typeface="Noto Sans KR"/>
                <a:sym typeface="Noto Sans KR"/>
              </a:rPr>
              <a:t>RSTPP</a:t>
            </a:r>
            <a:endParaRPr/>
          </a:p>
          <a:p>
            <a:pPr indent="0" lvl="0" marL="0" marR="0" rtl="0" algn="l">
              <a:lnSpc>
                <a:spcPct val="100000"/>
              </a:lnSpc>
              <a:spcBef>
                <a:spcPts val="0"/>
              </a:spcBef>
              <a:spcAft>
                <a:spcPts val="0"/>
              </a:spcAft>
              <a:buNone/>
            </a:pPr>
            <a:r>
              <a:rPr b="0" i="0" lang="en-US" sz="2000" u="none" cap="none" strike="noStrike">
                <a:solidFill>
                  <a:srgbClr val="000000"/>
                </a:solidFill>
                <a:latin typeface="Noto Sans KR"/>
                <a:ea typeface="Noto Sans KR"/>
                <a:cs typeface="Noto Sans KR"/>
                <a:sym typeface="Noto Sans KR"/>
              </a:rPr>
              <a:t>주어진 점들을 서로 교차하는 선이 없이 최단거리로 잇는 방법은 무엇인가.</a:t>
            </a:r>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Noto Sans KR"/>
              <a:ea typeface="Noto Sans KR"/>
              <a:cs typeface="Noto Sans KR"/>
              <a:sym typeface="Noto Sans KR"/>
            </a:endParaRPr>
          </a:p>
          <a:p>
            <a:pPr indent="0" lvl="0" marL="0" marR="0" rtl="0" algn="l">
              <a:lnSpc>
                <a:spcPct val="100000"/>
              </a:lnSpc>
              <a:spcBef>
                <a:spcPts val="0"/>
              </a:spcBef>
              <a:spcAft>
                <a:spcPts val="0"/>
              </a:spcAft>
              <a:buNone/>
            </a:pPr>
            <a:r>
              <a:t/>
            </a:r>
            <a:endParaRPr b="0" i="0" sz="2800" u="none" cap="none" strike="noStrike">
              <a:solidFill>
                <a:srgbClr val="000000"/>
              </a:solidFill>
              <a:latin typeface="Noto Sans KR"/>
              <a:ea typeface="Noto Sans KR"/>
              <a:cs typeface="Noto Sans KR"/>
              <a:sym typeface="Noto Sans K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78"/>
          <p:cNvSpPr txBox="1"/>
          <p:nvPr>
            <p:ph type="title"/>
          </p:nvPr>
        </p:nvSpPr>
        <p:spPr>
          <a:xfrm>
            <a:off x="838200" y="413616"/>
            <a:ext cx="10515600" cy="854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2800"/>
              <a:buFont typeface="Noto Sans KR"/>
              <a:buNone/>
            </a:pPr>
            <a:r>
              <a:rPr b="1" lang="en-US"/>
              <a:t>5. Neutral Atom Qubits</a:t>
            </a:r>
            <a:endParaRPr b="1"/>
          </a:p>
        </p:txBody>
      </p:sp>
      <p:sp>
        <p:nvSpPr>
          <p:cNvPr id="341" name="Google Shape;341;p78"/>
          <p:cNvSpPr txBox="1"/>
          <p:nvPr>
            <p:ph idx="1" type="body"/>
          </p:nvPr>
        </p:nvSpPr>
        <p:spPr>
          <a:xfrm>
            <a:off x="838200" y="1474932"/>
            <a:ext cx="10515600" cy="6303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lt1"/>
              </a:buClr>
              <a:buSzPts val="1800"/>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79"/>
          <p:cNvSpPr txBox="1"/>
          <p:nvPr/>
        </p:nvSpPr>
        <p:spPr>
          <a:xfrm>
            <a:off x="548329" y="457595"/>
            <a:ext cx="11086500" cy="387798"/>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A2342"/>
              </a:buClr>
              <a:buSzPts val="2400"/>
              <a:buFont typeface="Arial"/>
              <a:buNone/>
            </a:pPr>
            <a:r>
              <a:rPr b="1" i="0" lang="en-US" sz="2800" u="none" cap="none" strike="noStrike">
                <a:solidFill>
                  <a:schemeClr val="dk1"/>
                </a:solidFill>
                <a:latin typeface="Noto Sans KR"/>
                <a:ea typeface="Noto Sans KR"/>
                <a:cs typeface="Noto Sans KR"/>
                <a:sym typeface="Noto Sans KR"/>
              </a:rPr>
              <a:t>Optical Tweezer</a:t>
            </a:r>
            <a:endParaRPr b="1" i="0" sz="2800" u="none" cap="none" strike="noStrike">
              <a:solidFill>
                <a:schemeClr val="dk1"/>
              </a:solidFill>
              <a:latin typeface="Noto Sans KR"/>
              <a:ea typeface="Noto Sans KR"/>
              <a:cs typeface="Noto Sans KR"/>
              <a:sym typeface="Noto Sans KR"/>
            </a:endParaRPr>
          </a:p>
        </p:txBody>
      </p:sp>
      <p:pic>
        <p:nvPicPr>
          <p:cNvPr descr="Quantum computation with neutral atoms | PennyLane Demos" id="347" name="Google Shape;347;p79"/>
          <p:cNvPicPr preferRelativeResize="0"/>
          <p:nvPr/>
        </p:nvPicPr>
        <p:blipFill rotWithShape="1">
          <a:blip r:embed="rId3">
            <a:alphaModFix/>
          </a:blip>
          <a:srcRect b="0" l="0" r="0" t="0"/>
          <a:stretch/>
        </p:blipFill>
        <p:spPr>
          <a:xfrm>
            <a:off x="5924742" y="1126476"/>
            <a:ext cx="4702587" cy="5273929"/>
          </a:xfrm>
          <a:prstGeom prst="rect">
            <a:avLst/>
          </a:prstGeom>
          <a:noFill/>
          <a:ln>
            <a:noFill/>
          </a:ln>
        </p:spPr>
      </p:pic>
      <p:pic>
        <p:nvPicPr>
          <p:cNvPr descr="Rydberg Atom Quantum Technologies | EQOP" id="348" name="Google Shape;348;p79"/>
          <p:cNvPicPr preferRelativeResize="0"/>
          <p:nvPr/>
        </p:nvPicPr>
        <p:blipFill rotWithShape="1">
          <a:blip r:embed="rId4">
            <a:alphaModFix/>
          </a:blip>
          <a:srcRect b="0" l="0" r="0" t="0"/>
          <a:stretch/>
        </p:blipFill>
        <p:spPr>
          <a:xfrm>
            <a:off x="754431" y="1246657"/>
            <a:ext cx="4702587" cy="4702587"/>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80"/>
          <p:cNvSpPr txBox="1"/>
          <p:nvPr/>
        </p:nvSpPr>
        <p:spPr>
          <a:xfrm>
            <a:off x="548329" y="457595"/>
            <a:ext cx="11086500" cy="387798"/>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A2342"/>
              </a:buClr>
              <a:buSzPts val="2400"/>
              <a:buFont typeface="Arial"/>
              <a:buNone/>
            </a:pPr>
            <a:r>
              <a:rPr b="1" i="0" lang="en-US" sz="2800" u="none" cap="none" strike="noStrike">
                <a:solidFill>
                  <a:schemeClr val="dk1"/>
                </a:solidFill>
                <a:latin typeface="Noto Sans KR"/>
                <a:ea typeface="Noto Sans KR"/>
                <a:cs typeface="Noto Sans KR"/>
                <a:sym typeface="Noto Sans KR"/>
              </a:rPr>
              <a:t>Optical Tweezer</a:t>
            </a:r>
            <a:endParaRPr b="1" i="0" sz="2800" u="none" cap="none" strike="noStrike">
              <a:solidFill>
                <a:schemeClr val="dk1"/>
              </a:solidFill>
              <a:latin typeface="Noto Sans KR"/>
              <a:ea typeface="Noto Sans KR"/>
              <a:cs typeface="Noto Sans KR"/>
              <a:sym typeface="Noto Sans KR"/>
            </a:endParaRPr>
          </a:p>
        </p:txBody>
      </p:sp>
      <p:pic>
        <p:nvPicPr>
          <p:cNvPr descr="Left: A hybrid array of cesium atoms (yellow) and rubidium atoms (blue). Right: The customizability of the researchers’ technique enables them to place the atoms anywhere, allowing them to create this image of Chicago landmarks Willis Tower and the Cloud Gate. The scale bar in both images is 10 micrometers." id="354" name="Google Shape;354;p80"/>
          <p:cNvPicPr preferRelativeResize="0"/>
          <p:nvPr/>
        </p:nvPicPr>
        <p:blipFill rotWithShape="1">
          <a:blip r:embed="rId3">
            <a:alphaModFix/>
          </a:blip>
          <a:srcRect b="0" l="0" r="0" t="0"/>
          <a:stretch/>
        </p:blipFill>
        <p:spPr>
          <a:xfrm>
            <a:off x="699911" y="1334071"/>
            <a:ext cx="10123715" cy="525299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81"/>
          <p:cNvSpPr txBox="1"/>
          <p:nvPr/>
        </p:nvSpPr>
        <p:spPr>
          <a:xfrm>
            <a:off x="548329" y="457595"/>
            <a:ext cx="11086500" cy="387798"/>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A2342"/>
              </a:buClr>
              <a:buSzPts val="2400"/>
              <a:buFont typeface="Arial"/>
              <a:buNone/>
            </a:pPr>
            <a:r>
              <a:rPr b="1" i="0" lang="en-US" sz="2800" u="none" cap="none" strike="noStrike">
                <a:solidFill>
                  <a:schemeClr val="dk1"/>
                </a:solidFill>
                <a:latin typeface="Noto Sans KR"/>
                <a:ea typeface="Noto Sans KR"/>
                <a:cs typeface="Noto Sans KR"/>
                <a:sym typeface="Noto Sans KR"/>
              </a:rPr>
              <a:t>Rydberg Blockade</a:t>
            </a:r>
            <a:endParaRPr b="1" i="0" sz="2800" u="none" cap="none" strike="noStrike">
              <a:solidFill>
                <a:schemeClr val="dk1"/>
              </a:solidFill>
              <a:latin typeface="Noto Sans KR"/>
              <a:ea typeface="Noto Sans KR"/>
              <a:cs typeface="Noto Sans KR"/>
              <a:sym typeface="Noto Sans KR"/>
            </a:endParaRPr>
          </a:p>
        </p:txBody>
      </p:sp>
      <p:pic>
        <p:nvPicPr>
          <p:cNvPr id="360" name="Google Shape;360;p81"/>
          <p:cNvPicPr preferRelativeResize="0"/>
          <p:nvPr/>
        </p:nvPicPr>
        <p:blipFill rotWithShape="1">
          <a:blip r:embed="rId3">
            <a:alphaModFix/>
          </a:blip>
          <a:srcRect b="0" l="0" r="0" t="0"/>
          <a:stretch/>
        </p:blipFill>
        <p:spPr>
          <a:xfrm>
            <a:off x="295275" y="1186213"/>
            <a:ext cx="11601450" cy="5490811"/>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82"/>
          <p:cNvSpPr txBox="1"/>
          <p:nvPr/>
        </p:nvSpPr>
        <p:spPr>
          <a:xfrm>
            <a:off x="548329" y="457595"/>
            <a:ext cx="11086500" cy="387798"/>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A2342"/>
              </a:buClr>
              <a:buSzPts val="2400"/>
              <a:buFont typeface="Arial"/>
              <a:buNone/>
            </a:pPr>
            <a:r>
              <a:rPr b="1" i="0" lang="en-US" sz="2800" u="none" cap="none" strike="noStrike">
                <a:solidFill>
                  <a:schemeClr val="dk1"/>
                </a:solidFill>
                <a:latin typeface="Noto Sans KR"/>
                <a:ea typeface="Noto Sans KR"/>
                <a:cs typeface="Noto Sans KR"/>
                <a:sym typeface="Noto Sans KR"/>
              </a:rPr>
              <a:t>MIS problem</a:t>
            </a:r>
            <a:endParaRPr b="1" i="0" sz="2800" u="none" cap="none" strike="noStrike">
              <a:solidFill>
                <a:schemeClr val="dk1"/>
              </a:solidFill>
              <a:latin typeface="Noto Sans KR"/>
              <a:ea typeface="Noto Sans KR"/>
              <a:cs typeface="Noto Sans KR"/>
              <a:sym typeface="Noto Sans KR"/>
            </a:endParaRPr>
          </a:p>
        </p:txBody>
      </p:sp>
      <p:sp>
        <p:nvSpPr>
          <p:cNvPr id="366" name="Google Shape;366;p82"/>
          <p:cNvSpPr txBox="1"/>
          <p:nvPr/>
        </p:nvSpPr>
        <p:spPr>
          <a:xfrm>
            <a:off x="1821150" y="5640512"/>
            <a:ext cx="8549700" cy="708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i="0" lang="en-US" sz="2000" u="none" cap="none" strike="noStrike">
                <a:solidFill>
                  <a:srgbClr val="000000"/>
                </a:solidFill>
                <a:latin typeface="Noto Sans KR"/>
                <a:ea typeface="Noto Sans KR"/>
                <a:cs typeface="Noto Sans KR"/>
                <a:sym typeface="Noto Sans KR"/>
              </a:rPr>
              <a:t>Maximum Independent Set</a:t>
            </a:r>
            <a:endParaRPr sz="2000">
              <a:latin typeface="Noto Sans KR"/>
              <a:ea typeface="Noto Sans KR"/>
              <a:cs typeface="Noto Sans KR"/>
              <a:sym typeface="Noto Sans KR"/>
            </a:endParaRPr>
          </a:p>
          <a:p>
            <a:pPr indent="0" lvl="0" marL="0" marR="0" rtl="0" algn="ctr">
              <a:lnSpc>
                <a:spcPct val="100000"/>
              </a:lnSpc>
              <a:spcBef>
                <a:spcPts val="0"/>
              </a:spcBef>
              <a:spcAft>
                <a:spcPts val="0"/>
              </a:spcAft>
              <a:buNone/>
            </a:pPr>
            <a:r>
              <a:rPr i="0" lang="en-US" sz="2000" u="none" cap="none" strike="noStrike">
                <a:solidFill>
                  <a:srgbClr val="000000"/>
                </a:solidFill>
                <a:latin typeface="Noto Sans KR"/>
                <a:ea typeface="Noto Sans KR"/>
                <a:cs typeface="Noto Sans KR"/>
                <a:sym typeface="Noto Sans KR"/>
              </a:rPr>
              <a:t>최대 독립 집합</a:t>
            </a:r>
            <a:endParaRPr i="0" sz="2000" u="none" cap="none" strike="noStrike">
              <a:solidFill>
                <a:srgbClr val="000000"/>
              </a:solidFill>
              <a:latin typeface="Noto Sans KR"/>
              <a:ea typeface="Noto Sans KR"/>
              <a:cs typeface="Noto Sans KR"/>
              <a:sym typeface="Noto Sans KR"/>
            </a:endParaRPr>
          </a:p>
        </p:txBody>
      </p:sp>
      <p:pic>
        <p:nvPicPr>
          <p:cNvPr id="367" name="Google Shape;367;p82"/>
          <p:cNvPicPr preferRelativeResize="0"/>
          <p:nvPr/>
        </p:nvPicPr>
        <p:blipFill rotWithShape="1">
          <a:blip r:embed="rId3">
            <a:alphaModFix/>
          </a:blip>
          <a:srcRect b="0" l="0" r="0" t="0"/>
          <a:stretch/>
        </p:blipFill>
        <p:spPr>
          <a:xfrm>
            <a:off x="548329" y="1217488"/>
            <a:ext cx="6629823" cy="4263518"/>
          </a:xfrm>
          <a:prstGeom prst="rect">
            <a:avLst/>
          </a:prstGeom>
          <a:noFill/>
          <a:ln>
            <a:noFill/>
          </a:ln>
        </p:spPr>
      </p:pic>
      <p:pic>
        <p:nvPicPr>
          <p:cNvPr id="368" name="Google Shape;368;p82"/>
          <p:cNvPicPr preferRelativeResize="0"/>
          <p:nvPr/>
        </p:nvPicPr>
        <p:blipFill rotWithShape="1">
          <a:blip r:embed="rId4">
            <a:alphaModFix/>
          </a:blip>
          <a:srcRect b="0" l="0" r="0" t="0"/>
          <a:stretch/>
        </p:blipFill>
        <p:spPr>
          <a:xfrm>
            <a:off x="7001113" y="2347711"/>
            <a:ext cx="5104596" cy="2348114"/>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pic>
        <p:nvPicPr>
          <p:cNvPr id="373" name="Google Shape;373;p83"/>
          <p:cNvPicPr preferRelativeResize="0"/>
          <p:nvPr/>
        </p:nvPicPr>
        <p:blipFill rotWithShape="1">
          <a:blip r:embed="rId3">
            <a:alphaModFix/>
          </a:blip>
          <a:srcRect b="0" l="0" r="0" t="0"/>
          <a:stretch/>
        </p:blipFill>
        <p:spPr>
          <a:xfrm>
            <a:off x="274163" y="1272814"/>
            <a:ext cx="11643674" cy="4426640"/>
          </a:xfrm>
          <a:prstGeom prst="rect">
            <a:avLst/>
          </a:prstGeom>
          <a:noFill/>
          <a:ln cap="flat" cmpd="sng" w="9525">
            <a:solidFill>
              <a:srgbClr val="000000"/>
            </a:solidFill>
            <a:prstDash val="solid"/>
            <a:round/>
            <a:headEnd len="sm" w="sm" type="none"/>
            <a:tailEnd len="sm" w="sm" type="none"/>
          </a:ln>
        </p:spPr>
      </p:pic>
      <p:sp>
        <p:nvSpPr>
          <p:cNvPr id="374" name="Google Shape;374;p83"/>
          <p:cNvSpPr txBox="1"/>
          <p:nvPr/>
        </p:nvSpPr>
        <p:spPr>
          <a:xfrm>
            <a:off x="548329" y="457595"/>
            <a:ext cx="11086500" cy="387798"/>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A2342"/>
              </a:buClr>
              <a:buSzPts val="2400"/>
              <a:buFont typeface="Arial"/>
              <a:buNone/>
            </a:pPr>
            <a:r>
              <a:rPr b="1" i="0" lang="en-US" sz="2800" u="none" cap="none" strike="noStrike">
                <a:solidFill>
                  <a:srgbClr val="0A0A0A"/>
                </a:solidFill>
                <a:latin typeface="Noto Sans KR"/>
                <a:ea typeface="Noto Sans KR"/>
                <a:cs typeface="Noto Sans KR"/>
                <a:sym typeface="Noto Sans KR"/>
              </a:rPr>
              <a:t>Facility Location Problem</a:t>
            </a:r>
            <a:endParaRPr b="1" i="0" sz="2800" u="none" cap="none" strike="noStrike">
              <a:solidFill>
                <a:schemeClr val="dk1"/>
              </a:solidFill>
              <a:latin typeface="Noto Sans KR"/>
              <a:ea typeface="Noto Sans KR"/>
              <a:cs typeface="Noto Sans KR"/>
              <a:sym typeface="Noto Sans K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84"/>
          <p:cNvSpPr txBox="1"/>
          <p:nvPr/>
        </p:nvSpPr>
        <p:spPr>
          <a:xfrm>
            <a:off x="548329" y="457595"/>
            <a:ext cx="11086500" cy="387798"/>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A2342"/>
              </a:buClr>
              <a:buSzPts val="2400"/>
              <a:buFont typeface="Arial"/>
              <a:buNone/>
            </a:pPr>
            <a:r>
              <a:rPr b="1" i="0" lang="en-US" sz="2800" u="none" cap="none" strike="noStrike">
                <a:solidFill>
                  <a:schemeClr val="dk1"/>
                </a:solidFill>
                <a:latin typeface="Noto Sans KR"/>
                <a:ea typeface="Noto Sans KR"/>
                <a:cs typeface="Noto Sans KR"/>
                <a:sym typeface="Noto Sans KR"/>
              </a:rPr>
              <a:t>Rectilinear Steiner Tree Packing Problem</a:t>
            </a:r>
            <a:endParaRPr b="1" i="0" sz="2800" u="none" cap="none" strike="noStrike">
              <a:solidFill>
                <a:schemeClr val="dk1"/>
              </a:solidFill>
              <a:latin typeface="Noto Sans KR"/>
              <a:ea typeface="Noto Sans KR"/>
              <a:cs typeface="Noto Sans KR"/>
              <a:sym typeface="Noto Sans KR"/>
            </a:endParaRPr>
          </a:p>
        </p:txBody>
      </p:sp>
      <p:sp>
        <p:nvSpPr>
          <p:cNvPr id="380" name="Google Shape;380;p84"/>
          <p:cNvSpPr txBox="1"/>
          <p:nvPr/>
        </p:nvSpPr>
        <p:spPr>
          <a:xfrm>
            <a:off x="9347200" y="6611779"/>
            <a:ext cx="2844800" cy="24622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000" u="sng" cap="none" strike="noStrike">
                <a:solidFill>
                  <a:srgbClr val="000000"/>
                </a:solidFill>
                <a:latin typeface="Arial"/>
                <a:ea typeface="Arial"/>
                <a:cs typeface="Arial"/>
                <a:sym typeface="Arial"/>
                <a:hlinkClick r:id="rId3">
                  <a:extLst>
                    <a:ext uri="{A12FA001-AC4F-418D-AE19-62706E023703}">
                      <ahyp:hlinkClr val="tx"/>
                    </a:ext>
                  </a:extLst>
                </a:hlinkClick>
              </a:rPr>
              <a:t>https://www.lgresearch.ai/blog/view?seq=471</a:t>
            </a:r>
            <a:r>
              <a:rPr b="0" i="0" lang="en-US" sz="1000" u="none" cap="none" strike="noStrike">
                <a:solidFill>
                  <a:srgbClr val="000000"/>
                </a:solidFill>
                <a:latin typeface="Arial"/>
                <a:ea typeface="Arial"/>
                <a:cs typeface="Arial"/>
                <a:sym typeface="Arial"/>
              </a:rPr>
              <a:t> </a:t>
            </a:r>
            <a:endParaRPr/>
          </a:p>
        </p:txBody>
      </p:sp>
      <p:pic>
        <p:nvPicPr>
          <p:cNvPr id="381" name="Google Shape;381;p84"/>
          <p:cNvPicPr preferRelativeResize="0"/>
          <p:nvPr/>
        </p:nvPicPr>
        <p:blipFill rotWithShape="1">
          <a:blip r:embed="rId4">
            <a:alphaModFix/>
          </a:blip>
          <a:srcRect b="0" l="0" r="0" t="0"/>
          <a:stretch/>
        </p:blipFill>
        <p:spPr>
          <a:xfrm>
            <a:off x="382682" y="1186385"/>
            <a:ext cx="11426635" cy="3906315"/>
          </a:xfrm>
          <a:prstGeom prst="rect">
            <a:avLst/>
          </a:prstGeom>
          <a:noFill/>
          <a:ln>
            <a:noFill/>
          </a:ln>
        </p:spPr>
      </p:pic>
      <p:sp>
        <p:nvSpPr>
          <p:cNvPr id="382" name="Google Shape;382;p84"/>
          <p:cNvSpPr txBox="1"/>
          <p:nvPr/>
        </p:nvSpPr>
        <p:spPr>
          <a:xfrm>
            <a:off x="382682" y="5092700"/>
            <a:ext cx="9269318" cy="1815882"/>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2400"/>
              <a:buFont typeface="Arial"/>
              <a:buChar char="•"/>
            </a:pPr>
            <a:r>
              <a:rPr b="1" i="0" lang="en-US" sz="2400" u="none" cap="none" strike="noStrike">
                <a:solidFill>
                  <a:srgbClr val="000000"/>
                </a:solidFill>
                <a:latin typeface="Noto Sans KR"/>
                <a:ea typeface="Noto Sans KR"/>
                <a:cs typeface="Noto Sans KR"/>
                <a:sym typeface="Noto Sans KR"/>
              </a:rPr>
              <a:t>주어진 문제를 푸는 방법은 유일하지 않다</a:t>
            </a:r>
            <a:r>
              <a:rPr b="1" i="0" lang="en-US" sz="2000" u="none" cap="none" strike="noStrike">
                <a:solidFill>
                  <a:srgbClr val="000000"/>
                </a:solidFill>
                <a:latin typeface="Noto Sans KR"/>
                <a:ea typeface="Noto Sans KR"/>
                <a:cs typeface="Noto Sans KR"/>
                <a:sym typeface="Noto Sans KR"/>
              </a:rPr>
              <a:t>.</a:t>
            </a:r>
            <a:endParaRPr/>
          </a:p>
          <a:p>
            <a:pPr indent="0" lvl="0" marL="0" marR="0" rtl="0" algn="l">
              <a:lnSpc>
                <a:spcPct val="100000"/>
              </a:lnSpc>
              <a:spcBef>
                <a:spcPts val="0"/>
              </a:spcBef>
              <a:spcAft>
                <a:spcPts val="0"/>
              </a:spcAft>
              <a:buNone/>
            </a:pPr>
            <a:r>
              <a:t/>
            </a:r>
            <a:endParaRPr b="1" i="0" sz="2000" u="none" cap="none" strike="noStrike">
              <a:solidFill>
                <a:srgbClr val="000000"/>
              </a:solidFill>
              <a:latin typeface="Noto Sans KR"/>
              <a:ea typeface="Noto Sans KR"/>
              <a:cs typeface="Noto Sans KR"/>
              <a:sym typeface="Noto Sans KR"/>
            </a:endParaRPr>
          </a:p>
          <a:p>
            <a:pPr indent="-342900" lvl="0" marL="342900" marR="0" rtl="0" algn="l">
              <a:lnSpc>
                <a:spcPct val="100000"/>
              </a:lnSpc>
              <a:spcBef>
                <a:spcPts val="0"/>
              </a:spcBef>
              <a:spcAft>
                <a:spcPts val="0"/>
              </a:spcAft>
              <a:buClr>
                <a:srgbClr val="000000"/>
              </a:buClr>
              <a:buSzPts val="2000"/>
              <a:buFont typeface="Arial"/>
              <a:buChar char="•"/>
            </a:pPr>
            <a:r>
              <a:rPr b="1" i="0" lang="en-US" sz="2000" u="none" cap="none" strike="noStrike">
                <a:solidFill>
                  <a:srgbClr val="000000"/>
                </a:solidFill>
                <a:latin typeface="Noto Sans KR"/>
                <a:ea typeface="Noto Sans KR"/>
                <a:cs typeface="Noto Sans KR"/>
                <a:sym typeface="Noto Sans KR"/>
              </a:rPr>
              <a:t>주어진 문제를 보유한 도구에 맞게 mapping하는 것이 양자 알고리즘 설계의 핵심</a:t>
            </a:r>
            <a:endParaRPr b="0" i="0" sz="2000" u="none" cap="none" strike="noStrike">
              <a:solidFill>
                <a:srgbClr val="000000"/>
              </a:solidFill>
              <a:latin typeface="Noto Sans KR"/>
              <a:ea typeface="Noto Sans KR"/>
              <a:cs typeface="Noto Sans KR"/>
              <a:sym typeface="Noto Sans KR"/>
            </a:endParaRPr>
          </a:p>
          <a:p>
            <a:pPr indent="0" lvl="0" marL="0" marR="0" rtl="0" algn="l">
              <a:lnSpc>
                <a:spcPct val="100000"/>
              </a:lnSpc>
              <a:spcBef>
                <a:spcPts val="0"/>
              </a:spcBef>
              <a:spcAft>
                <a:spcPts val="0"/>
              </a:spcAft>
              <a:buNone/>
            </a:pPr>
            <a:r>
              <a:t/>
            </a:r>
            <a:endParaRPr b="0" i="0" sz="2000" u="none" cap="none" strike="noStrike">
              <a:solidFill>
                <a:srgbClr val="000000"/>
              </a:solidFill>
              <a:latin typeface="Noto Sans KR"/>
              <a:ea typeface="Noto Sans KR"/>
              <a:cs typeface="Noto Sans KR"/>
              <a:sym typeface="Noto Sans KR"/>
            </a:endParaRPr>
          </a:p>
          <a:p>
            <a:pPr indent="0" lvl="0" marL="0" marR="0" rtl="0" algn="l">
              <a:lnSpc>
                <a:spcPct val="100000"/>
              </a:lnSpc>
              <a:spcBef>
                <a:spcPts val="0"/>
              </a:spcBef>
              <a:spcAft>
                <a:spcPts val="0"/>
              </a:spcAft>
              <a:buNone/>
            </a:pPr>
            <a:r>
              <a:t/>
            </a:r>
            <a:endParaRPr b="0" i="0" sz="2800" u="none" cap="none" strike="noStrike">
              <a:solidFill>
                <a:srgbClr val="000000"/>
              </a:solidFill>
              <a:latin typeface="Noto Sans KR"/>
              <a:ea typeface="Noto Sans KR"/>
              <a:cs typeface="Noto Sans KR"/>
              <a:sym typeface="Noto Sans KR"/>
            </a:endParaRPr>
          </a:p>
        </p:txBody>
      </p:sp>
      <p:sp>
        <p:nvSpPr>
          <p:cNvPr id="383" name="Google Shape;383;p84"/>
          <p:cNvSpPr/>
          <p:nvPr/>
        </p:nvSpPr>
        <p:spPr>
          <a:xfrm>
            <a:off x="4467225" y="2105025"/>
            <a:ext cx="3562350" cy="2171700"/>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85"/>
          <p:cNvSpPr txBox="1"/>
          <p:nvPr/>
        </p:nvSpPr>
        <p:spPr>
          <a:xfrm>
            <a:off x="548329" y="457595"/>
            <a:ext cx="11086500" cy="387798"/>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A2342"/>
              </a:buClr>
              <a:buSzPts val="2400"/>
              <a:buFont typeface="Arial"/>
              <a:buNone/>
            </a:pPr>
            <a:r>
              <a:rPr b="1" i="0" lang="en-US" sz="2800" u="none" cap="none" strike="noStrike">
                <a:solidFill>
                  <a:schemeClr val="dk1"/>
                </a:solidFill>
                <a:latin typeface="Noto Sans KR"/>
                <a:ea typeface="Noto Sans KR"/>
                <a:cs typeface="Noto Sans KR"/>
                <a:sym typeface="Noto Sans KR"/>
              </a:rPr>
              <a:t>Other Qubits</a:t>
            </a:r>
            <a:endParaRPr b="1" i="0" sz="2800" u="none" cap="none" strike="noStrike">
              <a:solidFill>
                <a:schemeClr val="dk1"/>
              </a:solidFill>
              <a:latin typeface="Noto Sans KR"/>
              <a:ea typeface="Noto Sans KR"/>
              <a:cs typeface="Noto Sans KR"/>
              <a:sym typeface="Noto Sans KR"/>
            </a:endParaRPr>
          </a:p>
        </p:txBody>
      </p:sp>
      <p:pic>
        <p:nvPicPr>
          <p:cNvPr descr="Xanadu | The photonic qubit of the future" id="389" name="Google Shape;389;p85"/>
          <p:cNvPicPr preferRelativeResize="0"/>
          <p:nvPr/>
        </p:nvPicPr>
        <p:blipFill rotWithShape="1">
          <a:blip r:embed="rId3">
            <a:alphaModFix/>
          </a:blip>
          <a:srcRect b="0" l="0" r="0" t="0"/>
          <a:stretch/>
        </p:blipFill>
        <p:spPr>
          <a:xfrm>
            <a:off x="627721" y="1325718"/>
            <a:ext cx="5524500" cy="2466975"/>
          </a:xfrm>
          <a:prstGeom prst="rect">
            <a:avLst/>
          </a:prstGeom>
          <a:noFill/>
          <a:ln>
            <a:noFill/>
          </a:ln>
        </p:spPr>
      </p:pic>
      <p:pic>
        <p:nvPicPr>
          <p:cNvPr descr="The NV center in diamond - Magnetometry with spins in diamond" id="390" name="Google Shape;390;p85"/>
          <p:cNvPicPr preferRelativeResize="0"/>
          <p:nvPr/>
        </p:nvPicPr>
        <p:blipFill rotWithShape="1">
          <a:blip r:embed="rId4">
            <a:alphaModFix/>
          </a:blip>
          <a:srcRect b="0" l="0" r="0" t="0"/>
          <a:stretch/>
        </p:blipFill>
        <p:spPr>
          <a:xfrm>
            <a:off x="6577477" y="1252986"/>
            <a:ext cx="4986802" cy="4801313"/>
          </a:xfrm>
          <a:prstGeom prst="rect">
            <a:avLst/>
          </a:prstGeom>
          <a:noFill/>
          <a:ln>
            <a:noFill/>
          </a:ln>
        </p:spPr>
      </p:pic>
      <p:pic>
        <p:nvPicPr>
          <p:cNvPr descr="Silicon qubits move a step closer to achieving error correction" id="391" name="Google Shape;391;p85"/>
          <p:cNvPicPr preferRelativeResize="0"/>
          <p:nvPr/>
        </p:nvPicPr>
        <p:blipFill rotWithShape="1">
          <a:blip r:embed="rId5">
            <a:alphaModFix/>
          </a:blip>
          <a:srcRect b="0" l="0" r="0" t="0"/>
          <a:stretch/>
        </p:blipFill>
        <p:spPr>
          <a:xfrm>
            <a:off x="886863" y="3887600"/>
            <a:ext cx="5204716" cy="2716709"/>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86"/>
          <p:cNvSpPr txBox="1"/>
          <p:nvPr/>
        </p:nvSpPr>
        <p:spPr>
          <a:xfrm>
            <a:off x="548329" y="457595"/>
            <a:ext cx="11086500" cy="387798"/>
          </a:xfrm>
          <a:prstGeom prst="rect">
            <a:avLst/>
          </a:prstGeom>
          <a:noFill/>
          <a:ln>
            <a:noFill/>
          </a:ln>
        </p:spPr>
        <p:txBody>
          <a:bodyPr anchorCtr="0" anchor="ctr" bIns="0" lIns="0" spcFirstLastPara="1" rIns="0" wrap="square" tIns="0">
            <a:spAutoFit/>
          </a:bodyPr>
          <a:lstStyle/>
          <a:p>
            <a:pPr indent="0" lvl="0" marL="0" marR="0" rtl="0" algn="l">
              <a:lnSpc>
                <a:spcPct val="90000"/>
              </a:lnSpc>
              <a:spcBef>
                <a:spcPts val="0"/>
              </a:spcBef>
              <a:spcAft>
                <a:spcPts val="0"/>
              </a:spcAft>
              <a:buClr>
                <a:srgbClr val="0A2342"/>
              </a:buClr>
              <a:buSzPts val="2400"/>
              <a:buFont typeface="Arial"/>
              <a:buNone/>
            </a:pPr>
            <a:r>
              <a:rPr b="1" i="0" lang="en-US" sz="2800" u="none" cap="none" strike="noStrike">
                <a:solidFill>
                  <a:schemeClr val="dk1"/>
                </a:solidFill>
                <a:latin typeface="Noto Sans KR"/>
                <a:ea typeface="Noto Sans KR"/>
                <a:cs typeface="Noto Sans KR"/>
                <a:sym typeface="Noto Sans KR"/>
              </a:rPr>
              <a:t>Other Qubits</a:t>
            </a:r>
            <a:endParaRPr b="1" i="0" sz="2800" u="none" cap="none" strike="noStrike">
              <a:solidFill>
                <a:schemeClr val="dk1"/>
              </a:solidFill>
              <a:latin typeface="Noto Sans KR"/>
              <a:ea typeface="Noto Sans KR"/>
              <a:cs typeface="Noto Sans KR"/>
              <a:sym typeface="Noto Sans KR"/>
            </a:endParaRPr>
          </a:p>
        </p:txBody>
      </p:sp>
      <p:pic>
        <p:nvPicPr>
          <p:cNvPr id="397" name="Google Shape;397;p86"/>
          <p:cNvPicPr preferRelativeResize="0"/>
          <p:nvPr/>
        </p:nvPicPr>
        <p:blipFill rotWithShape="1">
          <a:blip r:embed="rId3">
            <a:alphaModFix/>
          </a:blip>
          <a:srcRect b="0" l="0" r="0" t="0"/>
          <a:stretch/>
        </p:blipFill>
        <p:spPr>
          <a:xfrm>
            <a:off x="5331502" y="1492312"/>
            <a:ext cx="5879424" cy="3479737"/>
          </a:xfrm>
          <a:prstGeom prst="rect">
            <a:avLst/>
          </a:prstGeom>
          <a:noFill/>
          <a:ln>
            <a:noFill/>
          </a:ln>
        </p:spPr>
      </p:pic>
      <p:pic>
        <p:nvPicPr>
          <p:cNvPr descr="Microsoft Shows Distinct Parity Lifetimes in Topological Qubit Prototype" id="398" name="Google Shape;398;p86"/>
          <p:cNvPicPr preferRelativeResize="0"/>
          <p:nvPr/>
        </p:nvPicPr>
        <p:blipFill rotWithShape="1">
          <a:blip r:embed="rId4">
            <a:alphaModFix/>
          </a:blip>
          <a:srcRect b="0" l="0" r="0" t="0"/>
          <a:stretch/>
        </p:blipFill>
        <p:spPr>
          <a:xfrm>
            <a:off x="548329" y="1879630"/>
            <a:ext cx="4710056" cy="27051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테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테마">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테마">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테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2025-01-14T02:29:22Z</dcterms:created>
  <dc:creator>MZC01-HYUNHOPART</dc:creator>
</cp:coreProperties>
</file>